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6"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CC"/>
    <a:srgbClr val="FFFFFF"/>
    <a:srgbClr val="CC3399"/>
    <a:srgbClr val="FF3399"/>
    <a:srgbClr val="990099"/>
    <a:srgbClr val="3366CC"/>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770E36-D505-4555-BBCE-A27F7A9CBBDA}" type="datetimeFigureOut">
              <a:rPr lang="en-US" smtClean="0"/>
              <a:t>5/24/2026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FD7B53-4B69-4651-973C-EB6E1C004923}" type="slidenum">
              <a:rPr lang="en-US" smtClean="0"/>
              <a:t>‹#›</a:t>
            </a:fld>
            <a:endParaRPr lang="en-US"/>
          </a:p>
        </p:txBody>
      </p:sp>
    </p:spTree>
    <p:extLst>
      <p:ext uri="{BB962C8B-B14F-4D97-AF65-F5344CB8AC3E}">
        <p14:creationId xmlns:p14="http://schemas.microsoft.com/office/powerpoint/2010/main" val="1866366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E88AF-5A98-4B13-AB27-993CA617E0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47D379-C98F-4046-9F77-F2E1CD082A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95FB51-4957-459C-BB4F-6F8FCA10DAFC}"/>
              </a:ext>
            </a:extLst>
          </p:cNvPr>
          <p:cNvSpPr>
            <a:spLocks noGrp="1"/>
          </p:cNvSpPr>
          <p:nvPr>
            <p:ph type="dt" sz="half" idx="10"/>
          </p:nvPr>
        </p:nvSpPr>
        <p:spPr/>
        <p:txBody>
          <a:bodyPr/>
          <a:lstStyle/>
          <a:p>
            <a:fld id="{241C7B11-6A87-40A5-A9FF-A7F2AFDB3E25}" type="datetime1">
              <a:rPr lang="en-US" smtClean="0"/>
              <a:t>5/24/2026</a:t>
            </a:fld>
            <a:endParaRPr lang="en-US"/>
          </a:p>
        </p:txBody>
      </p:sp>
      <p:sp>
        <p:nvSpPr>
          <p:cNvPr id="5" name="Footer Placeholder 4">
            <a:extLst>
              <a:ext uri="{FF2B5EF4-FFF2-40B4-BE49-F238E27FC236}">
                <a16:creationId xmlns:a16="http://schemas.microsoft.com/office/drawing/2014/main" id="{486B4464-E631-41BC-A30E-A991A3175469}"/>
              </a:ext>
            </a:extLst>
          </p:cNvPr>
          <p:cNvSpPr>
            <a:spLocks noGrp="1"/>
          </p:cNvSpPr>
          <p:nvPr>
            <p:ph type="ftr" sz="quarter" idx="11"/>
          </p:nvPr>
        </p:nvSpPr>
        <p:spPr/>
        <p:txBody>
          <a:bodyPr/>
          <a:lstStyle/>
          <a:p>
            <a:r>
              <a:rPr lang="en-US"/>
              <a:t>1</a:t>
            </a:r>
          </a:p>
        </p:txBody>
      </p:sp>
      <p:sp>
        <p:nvSpPr>
          <p:cNvPr id="6" name="Slide Number Placeholder 5">
            <a:extLst>
              <a:ext uri="{FF2B5EF4-FFF2-40B4-BE49-F238E27FC236}">
                <a16:creationId xmlns:a16="http://schemas.microsoft.com/office/drawing/2014/main" id="{B3FE9074-85EA-43ED-9262-3C0ABD59C882}"/>
              </a:ext>
            </a:extLst>
          </p:cNvPr>
          <p:cNvSpPr>
            <a:spLocks noGrp="1"/>
          </p:cNvSpPr>
          <p:nvPr>
            <p:ph type="sldNum" sz="quarter" idx="12"/>
          </p:nvPr>
        </p:nvSpPr>
        <p:spPr/>
        <p:txBody>
          <a:bodyPr/>
          <a:lstStyle/>
          <a:p>
            <a:fld id="{653047B3-57EC-4768-BF69-42BFFF0DB0C3}" type="slidenum">
              <a:rPr lang="en-US" smtClean="0"/>
              <a:t>‹#›</a:t>
            </a:fld>
            <a:endParaRPr lang="en-US"/>
          </a:p>
        </p:txBody>
      </p:sp>
    </p:spTree>
    <p:extLst>
      <p:ext uri="{BB962C8B-B14F-4D97-AF65-F5344CB8AC3E}">
        <p14:creationId xmlns:p14="http://schemas.microsoft.com/office/powerpoint/2010/main" val="26210639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00C7D-CE95-4B2F-A4A4-E879319EF2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BC764E-303B-4F37-B615-834703E9B9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1FB8CA-115D-430F-9686-593AB7476CD1}"/>
              </a:ext>
            </a:extLst>
          </p:cNvPr>
          <p:cNvSpPr>
            <a:spLocks noGrp="1"/>
          </p:cNvSpPr>
          <p:nvPr>
            <p:ph type="dt" sz="half" idx="10"/>
          </p:nvPr>
        </p:nvSpPr>
        <p:spPr/>
        <p:txBody>
          <a:bodyPr/>
          <a:lstStyle/>
          <a:p>
            <a:fld id="{33E6A19A-5E03-49C7-82FD-94D9160EDD31}" type="datetime1">
              <a:rPr lang="en-US" smtClean="0"/>
              <a:t>5/24/2026</a:t>
            </a:fld>
            <a:endParaRPr lang="en-US"/>
          </a:p>
        </p:txBody>
      </p:sp>
      <p:sp>
        <p:nvSpPr>
          <p:cNvPr id="5" name="Footer Placeholder 4">
            <a:extLst>
              <a:ext uri="{FF2B5EF4-FFF2-40B4-BE49-F238E27FC236}">
                <a16:creationId xmlns:a16="http://schemas.microsoft.com/office/drawing/2014/main" id="{D4A64548-28F5-4EA9-A92B-23A5D39DF7F0}"/>
              </a:ext>
            </a:extLst>
          </p:cNvPr>
          <p:cNvSpPr>
            <a:spLocks noGrp="1"/>
          </p:cNvSpPr>
          <p:nvPr>
            <p:ph type="ftr" sz="quarter" idx="11"/>
          </p:nvPr>
        </p:nvSpPr>
        <p:spPr/>
        <p:txBody>
          <a:bodyPr/>
          <a:lstStyle/>
          <a:p>
            <a:r>
              <a:rPr lang="en-US"/>
              <a:t>1</a:t>
            </a:r>
          </a:p>
        </p:txBody>
      </p:sp>
      <p:sp>
        <p:nvSpPr>
          <p:cNvPr id="6" name="Slide Number Placeholder 5">
            <a:extLst>
              <a:ext uri="{FF2B5EF4-FFF2-40B4-BE49-F238E27FC236}">
                <a16:creationId xmlns:a16="http://schemas.microsoft.com/office/drawing/2014/main" id="{A1D5973E-40DC-489D-8482-5E469F4CA500}"/>
              </a:ext>
            </a:extLst>
          </p:cNvPr>
          <p:cNvSpPr>
            <a:spLocks noGrp="1"/>
          </p:cNvSpPr>
          <p:nvPr>
            <p:ph type="sldNum" sz="quarter" idx="12"/>
          </p:nvPr>
        </p:nvSpPr>
        <p:spPr/>
        <p:txBody>
          <a:bodyPr/>
          <a:lstStyle/>
          <a:p>
            <a:fld id="{653047B3-57EC-4768-BF69-42BFFF0DB0C3}" type="slidenum">
              <a:rPr lang="en-US" smtClean="0"/>
              <a:t>‹#›</a:t>
            </a:fld>
            <a:endParaRPr lang="en-US"/>
          </a:p>
        </p:txBody>
      </p:sp>
    </p:spTree>
    <p:extLst>
      <p:ext uri="{BB962C8B-B14F-4D97-AF65-F5344CB8AC3E}">
        <p14:creationId xmlns:p14="http://schemas.microsoft.com/office/powerpoint/2010/main" val="348432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7362D-E7C1-4AA2-BF7B-407B567AEB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ADF879-672C-4740-8327-E10E4A74B3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F6B458-F28F-4798-B2FC-3C5F3B835B4C}"/>
              </a:ext>
            </a:extLst>
          </p:cNvPr>
          <p:cNvSpPr>
            <a:spLocks noGrp="1"/>
          </p:cNvSpPr>
          <p:nvPr>
            <p:ph type="dt" sz="half" idx="10"/>
          </p:nvPr>
        </p:nvSpPr>
        <p:spPr/>
        <p:txBody>
          <a:bodyPr/>
          <a:lstStyle/>
          <a:p>
            <a:fld id="{A84F4E7A-077E-4752-9E34-B1D37D1CABD5}" type="datetime1">
              <a:rPr lang="en-US" smtClean="0"/>
              <a:t>5/24/2026</a:t>
            </a:fld>
            <a:endParaRPr lang="en-US"/>
          </a:p>
        </p:txBody>
      </p:sp>
      <p:sp>
        <p:nvSpPr>
          <p:cNvPr id="5" name="Footer Placeholder 4">
            <a:extLst>
              <a:ext uri="{FF2B5EF4-FFF2-40B4-BE49-F238E27FC236}">
                <a16:creationId xmlns:a16="http://schemas.microsoft.com/office/drawing/2014/main" id="{91181A07-A7C8-4619-9818-152A24EB7852}"/>
              </a:ext>
            </a:extLst>
          </p:cNvPr>
          <p:cNvSpPr>
            <a:spLocks noGrp="1"/>
          </p:cNvSpPr>
          <p:nvPr>
            <p:ph type="ftr" sz="quarter" idx="11"/>
          </p:nvPr>
        </p:nvSpPr>
        <p:spPr/>
        <p:txBody>
          <a:bodyPr/>
          <a:lstStyle/>
          <a:p>
            <a:r>
              <a:rPr lang="en-US"/>
              <a:t>1</a:t>
            </a:r>
          </a:p>
        </p:txBody>
      </p:sp>
      <p:sp>
        <p:nvSpPr>
          <p:cNvPr id="6" name="Slide Number Placeholder 5">
            <a:extLst>
              <a:ext uri="{FF2B5EF4-FFF2-40B4-BE49-F238E27FC236}">
                <a16:creationId xmlns:a16="http://schemas.microsoft.com/office/drawing/2014/main" id="{8C86CA7F-E168-4782-9462-C7F37D03F9FA}"/>
              </a:ext>
            </a:extLst>
          </p:cNvPr>
          <p:cNvSpPr>
            <a:spLocks noGrp="1"/>
          </p:cNvSpPr>
          <p:nvPr>
            <p:ph type="sldNum" sz="quarter" idx="12"/>
          </p:nvPr>
        </p:nvSpPr>
        <p:spPr/>
        <p:txBody>
          <a:bodyPr/>
          <a:lstStyle/>
          <a:p>
            <a:fld id="{653047B3-57EC-4768-BF69-42BFFF0DB0C3}" type="slidenum">
              <a:rPr lang="en-US" smtClean="0"/>
              <a:t>‹#›</a:t>
            </a:fld>
            <a:endParaRPr lang="en-US"/>
          </a:p>
        </p:txBody>
      </p:sp>
    </p:spTree>
    <p:extLst>
      <p:ext uri="{BB962C8B-B14F-4D97-AF65-F5344CB8AC3E}">
        <p14:creationId xmlns:p14="http://schemas.microsoft.com/office/powerpoint/2010/main" val="592627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17954-DAB8-4F7A-87CB-4D5A7B4857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199154-FD2C-484A-9793-75327178F6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96BDF03-362D-411C-A804-0F12B15592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C1692D3-D7D4-4CF6-8E82-E132350F76AE}"/>
              </a:ext>
            </a:extLst>
          </p:cNvPr>
          <p:cNvSpPr>
            <a:spLocks noGrp="1"/>
          </p:cNvSpPr>
          <p:nvPr>
            <p:ph type="dt" sz="half" idx="10"/>
          </p:nvPr>
        </p:nvSpPr>
        <p:spPr/>
        <p:txBody>
          <a:bodyPr/>
          <a:lstStyle/>
          <a:p>
            <a:fld id="{4805D644-2EBF-4366-BB99-CE3AFCD6FF4C}" type="datetime1">
              <a:rPr lang="en-US" smtClean="0"/>
              <a:t>5/24/2026</a:t>
            </a:fld>
            <a:endParaRPr lang="en-US"/>
          </a:p>
        </p:txBody>
      </p:sp>
      <p:sp>
        <p:nvSpPr>
          <p:cNvPr id="6" name="Footer Placeholder 5">
            <a:extLst>
              <a:ext uri="{FF2B5EF4-FFF2-40B4-BE49-F238E27FC236}">
                <a16:creationId xmlns:a16="http://schemas.microsoft.com/office/drawing/2014/main" id="{98F8CE29-2113-4356-88AB-64EF402D1295}"/>
              </a:ext>
            </a:extLst>
          </p:cNvPr>
          <p:cNvSpPr>
            <a:spLocks noGrp="1"/>
          </p:cNvSpPr>
          <p:nvPr>
            <p:ph type="ftr" sz="quarter" idx="11"/>
          </p:nvPr>
        </p:nvSpPr>
        <p:spPr/>
        <p:txBody>
          <a:bodyPr/>
          <a:lstStyle/>
          <a:p>
            <a:r>
              <a:rPr lang="en-US"/>
              <a:t>1</a:t>
            </a:r>
          </a:p>
        </p:txBody>
      </p:sp>
      <p:sp>
        <p:nvSpPr>
          <p:cNvPr id="7" name="Slide Number Placeholder 6">
            <a:extLst>
              <a:ext uri="{FF2B5EF4-FFF2-40B4-BE49-F238E27FC236}">
                <a16:creationId xmlns:a16="http://schemas.microsoft.com/office/drawing/2014/main" id="{1DA3EE64-895A-46FA-9E5F-59742EF26D6A}"/>
              </a:ext>
            </a:extLst>
          </p:cNvPr>
          <p:cNvSpPr>
            <a:spLocks noGrp="1"/>
          </p:cNvSpPr>
          <p:nvPr>
            <p:ph type="sldNum" sz="quarter" idx="12"/>
          </p:nvPr>
        </p:nvSpPr>
        <p:spPr/>
        <p:txBody>
          <a:bodyPr/>
          <a:lstStyle/>
          <a:p>
            <a:fld id="{653047B3-57EC-4768-BF69-42BFFF0DB0C3}" type="slidenum">
              <a:rPr lang="en-US" smtClean="0"/>
              <a:t>‹#›</a:t>
            </a:fld>
            <a:endParaRPr lang="en-US"/>
          </a:p>
        </p:txBody>
      </p:sp>
    </p:spTree>
    <p:extLst>
      <p:ext uri="{BB962C8B-B14F-4D97-AF65-F5344CB8AC3E}">
        <p14:creationId xmlns:p14="http://schemas.microsoft.com/office/powerpoint/2010/main" val="3412970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5C84F-39E2-4F48-A885-D1BF08B3B02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83D7346-F856-4EC9-87CB-8890EB8FAD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0AA833-AB5D-4B02-AA1F-8A601A0028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A327643-68E1-40AE-BCD9-1F7F89A646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B76EAC-83AA-4260-8033-57DFD43440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C6B8E1C-4F7D-4161-BF61-7440EE735C26}"/>
              </a:ext>
            </a:extLst>
          </p:cNvPr>
          <p:cNvSpPr>
            <a:spLocks noGrp="1"/>
          </p:cNvSpPr>
          <p:nvPr>
            <p:ph type="dt" sz="half" idx="10"/>
          </p:nvPr>
        </p:nvSpPr>
        <p:spPr/>
        <p:txBody>
          <a:bodyPr/>
          <a:lstStyle/>
          <a:p>
            <a:fld id="{24105374-1DD5-4EEC-8830-3C2D3CA2FA26}" type="datetime1">
              <a:rPr lang="en-US" smtClean="0"/>
              <a:t>5/24/2026</a:t>
            </a:fld>
            <a:endParaRPr lang="en-US"/>
          </a:p>
        </p:txBody>
      </p:sp>
      <p:sp>
        <p:nvSpPr>
          <p:cNvPr id="8" name="Footer Placeholder 7">
            <a:extLst>
              <a:ext uri="{FF2B5EF4-FFF2-40B4-BE49-F238E27FC236}">
                <a16:creationId xmlns:a16="http://schemas.microsoft.com/office/drawing/2014/main" id="{3223F0CC-CDEB-4E48-BC4E-49B249B86CE4}"/>
              </a:ext>
            </a:extLst>
          </p:cNvPr>
          <p:cNvSpPr>
            <a:spLocks noGrp="1"/>
          </p:cNvSpPr>
          <p:nvPr>
            <p:ph type="ftr" sz="quarter" idx="11"/>
          </p:nvPr>
        </p:nvSpPr>
        <p:spPr/>
        <p:txBody>
          <a:bodyPr/>
          <a:lstStyle/>
          <a:p>
            <a:r>
              <a:rPr lang="en-US"/>
              <a:t>1</a:t>
            </a:r>
          </a:p>
        </p:txBody>
      </p:sp>
      <p:sp>
        <p:nvSpPr>
          <p:cNvPr id="9" name="Slide Number Placeholder 8">
            <a:extLst>
              <a:ext uri="{FF2B5EF4-FFF2-40B4-BE49-F238E27FC236}">
                <a16:creationId xmlns:a16="http://schemas.microsoft.com/office/drawing/2014/main" id="{F5A67796-6FA6-46C6-B680-12646C69EEEE}"/>
              </a:ext>
            </a:extLst>
          </p:cNvPr>
          <p:cNvSpPr>
            <a:spLocks noGrp="1"/>
          </p:cNvSpPr>
          <p:nvPr>
            <p:ph type="sldNum" sz="quarter" idx="12"/>
          </p:nvPr>
        </p:nvSpPr>
        <p:spPr/>
        <p:txBody>
          <a:bodyPr/>
          <a:lstStyle/>
          <a:p>
            <a:fld id="{653047B3-57EC-4768-BF69-42BFFF0DB0C3}" type="slidenum">
              <a:rPr lang="en-US" smtClean="0"/>
              <a:t>‹#›</a:t>
            </a:fld>
            <a:endParaRPr lang="en-US"/>
          </a:p>
        </p:txBody>
      </p:sp>
    </p:spTree>
    <p:extLst>
      <p:ext uri="{BB962C8B-B14F-4D97-AF65-F5344CB8AC3E}">
        <p14:creationId xmlns:p14="http://schemas.microsoft.com/office/powerpoint/2010/main" val="113039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F3116-BC3E-4E12-8C3B-9F60CB3EB04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F3C509-2B8B-425C-98A3-9B6B9EBBCEC1}"/>
              </a:ext>
            </a:extLst>
          </p:cNvPr>
          <p:cNvSpPr>
            <a:spLocks noGrp="1"/>
          </p:cNvSpPr>
          <p:nvPr>
            <p:ph type="dt" sz="half" idx="10"/>
          </p:nvPr>
        </p:nvSpPr>
        <p:spPr/>
        <p:txBody>
          <a:bodyPr/>
          <a:lstStyle/>
          <a:p>
            <a:fld id="{679B582E-1900-46E5-BAD2-B9716F9A69C4}" type="datetime1">
              <a:rPr lang="en-US" smtClean="0"/>
              <a:t>5/24/2026</a:t>
            </a:fld>
            <a:endParaRPr lang="en-US"/>
          </a:p>
        </p:txBody>
      </p:sp>
      <p:sp>
        <p:nvSpPr>
          <p:cNvPr id="4" name="Footer Placeholder 3">
            <a:extLst>
              <a:ext uri="{FF2B5EF4-FFF2-40B4-BE49-F238E27FC236}">
                <a16:creationId xmlns:a16="http://schemas.microsoft.com/office/drawing/2014/main" id="{6541CFC2-68B7-4186-9C5A-0074FE00DD37}"/>
              </a:ext>
            </a:extLst>
          </p:cNvPr>
          <p:cNvSpPr>
            <a:spLocks noGrp="1"/>
          </p:cNvSpPr>
          <p:nvPr>
            <p:ph type="ftr" sz="quarter" idx="11"/>
          </p:nvPr>
        </p:nvSpPr>
        <p:spPr/>
        <p:txBody>
          <a:bodyPr/>
          <a:lstStyle/>
          <a:p>
            <a:r>
              <a:rPr lang="en-US"/>
              <a:t>1</a:t>
            </a:r>
          </a:p>
        </p:txBody>
      </p:sp>
      <p:sp>
        <p:nvSpPr>
          <p:cNvPr id="5" name="Slide Number Placeholder 4">
            <a:extLst>
              <a:ext uri="{FF2B5EF4-FFF2-40B4-BE49-F238E27FC236}">
                <a16:creationId xmlns:a16="http://schemas.microsoft.com/office/drawing/2014/main" id="{FBC2FE72-9F73-4B15-9FC8-4F7703F0F901}"/>
              </a:ext>
            </a:extLst>
          </p:cNvPr>
          <p:cNvSpPr>
            <a:spLocks noGrp="1"/>
          </p:cNvSpPr>
          <p:nvPr>
            <p:ph type="sldNum" sz="quarter" idx="12"/>
          </p:nvPr>
        </p:nvSpPr>
        <p:spPr/>
        <p:txBody>
          <a:bodyPr/>
          <a:lstStyle/>
          <a:p>
            <a:fld id="{653047B3-57EC-4768-BF69-42BFFF0DB0C3}" type="slidenum">
              <a:rPr lang="en-US" smtClean="0"/>
              <a:t>‹#›</a:t>
            </a:fld>
            <a:endParaRPr lang="en-US"/>
          </a:p>
        </p:txBody>
      </p:sp>
    </p:spTree>
    <p:extLst>
      <p:ext uri="{BB962C8B-B14F-4D97-AF65-F5344CB8AC3E}">
        <p14:creationId xmlns:p14="http://schemas.microsoft.com/office/powerpoint/2010/main" val="1788374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32BCAC-4EDA-4F3B-BFD6-7F15286C0F33}"/>
              </a:ext>
            </a:extLst>
          </p:cNvPr>
          <p:cNvSpPr>
            <a:spLocks noGrp="1"/>
          </p:cNvSpPr>
          <p:nvPr>
            <p:ph type="dt" sz="half" idx="10"/>
          </p:nvPr>
        </p:nvSpPr>
        <p:spPr/>
        <p:txBody>
          <a:bodyPr/>
          <a:lstStyle/>
          <a:p>
            <a:fld id="{C24A431A-2F90-405C-9E91-4DBD2D65BCA4}" type="datetime1">
              <a:rPr lang="en-US" smtClean="0"/>
              <a:t>5/24/2026</a:t>
            </a:fld>
            <a:endParaRPr lang="en-US"/>
          </a:p>
        </p:txBody>
      </p:sp>
      <p:sp>
        <p:nvSpPr>
          <p:cNvPr id="3" name="Footer Placeholder 2">
            <a:extLst>
              <a:ext uri="{FF2B5EF4-FFF2-40B4-BE49-F238E27FC236}">
                <a16:creationId xmlns:a16="http://schemas.microsoft.com/office/drawing/2014/main" id="{F846AA68-ED55-4564-9170-E4C3EE2F19B3}"/>
              </a:ext>
            </a:extLst>
          </p:cNvPr>
          <p:cNvSpPr>
            <a:spLocks noGrp="1"/>
          </p:cNvSpPr>
          <p:nvPr>
            <p:ph type="ftr" sz="quarter" idx="11"/>
          </p:nvPr>
        </p:nvSpPr>
        <p:spPr/>
        <p:txBody>
          <a:bodyPr/>
          <a:lstStyle/>
          <a:p>
            <a:r>
              <a:rPr lang="en-US"/>
              <a:t>1</a:t>
            </a:r>
          </a:p>
        </p:txBody>
      </p:sp>
      <p:sp>
        <p:nvSpPr>
          <p:cNvPr id="4" name="Slide Number Placeholder 3">
            <a:extLst>
              <a:ext uri="{FF2B5EF4-FFF2-40B4-BE49-F238E27FC236}">
                <a16:creationId xmlns:a16="http://schemas.microsoft.com/office/drawing/2014/main" id="{C9620AA0-CD58-4E45-8914-F31CC71F314B}"/>
              </a:ext>
            </a:extLst>
          </p:cNvPr>
          <p:cNvSpPr>
            <a:spLocks noGrp="1"/>
          </p:cNvSpPr>
          <p:nvPr>
            <p:ph type="sldNum" sz="quarter" idx="12"/>
          </p:nvPr>
        </p:nvSpPr>
        <p:spPr/>
        <p:txBody>
          <a:bodyPr/>
          <a:lstStyle/>
          <a:p>
            <a:fld id="{653047B3-57EC-4768-BF69-42BFFF0DB0C3}" type="slidenum">
              <a:rPr lang="en-US" smtClean="0"/>
              <a:t>‹#›</a:t>
            </a:fld>
            <a:endParaRPr lang="en-US"/>
          </a:p>
        </p:txBody>
      </p:sp>
    </p:spTree>
    <p:extLst>
      <p:ext uri="{BB962C8B-B14F-4D97-AF65-F5344CB8AC3E}">
        <p14:creationId xmlns:p14="http://schemas.microsoft.com/office/powerpoint/2010/main" val="1048001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A1497-DC75-49BD-A87D-A2BA670B7D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DB2691B-82CF-4912-816A-FE0D1089D3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D0A3058-5FD0-4B1B-952D-57BD353DAC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F0F402-ED09-48B5-89DC-27B00A6308DD}"/>
              </a:ext>
            </a:extLst>
          </p:cNvPr>
          <p:cNvSpPr>
            <a:spLocks noGrp="1"/>
          </p:cNvSpPr>
          <p:nvPr>
            <p:ph type="dt" sz="half" idx="10"/>
          </p:nvPr>
        </p:nvSpPr>
        <p:spPr/>
        <p:txBody>
          <a:bodyPr/>
          <a:lstStyle/>
          <a:p>
            <a:fld id="{6A624683-6D39-4EF2-AFCA-8C2C52D425FE}" type="datetime1">
              <a:rPr lang="en-US" smtClean="0"/>
              <a:t>5/24/2026</a:t>
            </a:fld>
            <a:endParaRPr lang="en-US"/>
          </a:p>
        </p:txBody>
      </p:sp>
      <p:sp>
        <p:nvSpPr>
          <p:cNvPr id="6" name="Footer Placeholder 5">
            <a:extLst>
              <a:ext uri="{FF2B5EF4-FFF2-40B4-BE49-F238E27FC236}">
                <a16:creationId xmlns:a16="http://schemas.microsoft.com/office/drawing/2014/main" id="{1A242869-5FB9-449A-B46A-6684FFBAF2DE}"/>
              </a:ext>
            </a:extLst>
          </p:cNvPr>
          <p:cNvSpPr>
            <a:spLocks noGrp="1"/>
          </p:cNvSpPr>
          <p:nvPr>
            <p:ph type="ftr" sz="quarter" idx="11"/>
          </p:nvPr>
        </p:nvSpPr>
        <p:spPr/>
        <p:txBody>
          <a:bodyPr/>
          <a:lstStyle/>
          <a:p>
            <a:r>
              <a:rPr lang="en-US"/>
              <a:t>1</a:t>
            </a:r>
          </a:p>
        </p:txBody>
      </p:sp>
      <p:sp>
        <p:nvSpPr>
          <p:cNvPr id="7" name="Slide Number Placeholder 6">
            <a:extLst>
              <a:ext uri="{FF2B5EF4-FFF2-40B4-BE49-F238E27FC236}">
                <a16:creationId xmlns:a16="http://schemas.microsoft.com/office/drawing/2014/main" id="{8902700B-4C15-4DC8-A23A-8B442C68FA43}"/>
              </a:ext>
            </a:extLst>
          </p:cNvPr>
          <p:cNvSpPr>
            <a:spLocks noGrp="1"/>
          </p:cNvSpPr>
          <p:nvPr>
            <p:ph type="sldNum" sz="quarter" idx="12"/>
          </p:nvPr>
        </p:nvSpPr>
        <p:spPr/>
        <p:txBody>
          <a:bodyPr/>
          <a:lstStyle/>
          <a:p>
            <a:fld id="{653047B3-57EC-4768-BF69-42BFFF0DB0C3}" type="slidenum">
              <a:rPr lang="en-US" smtClean="0"/>
              <a:t>‹#›</a:t>
            </a:fld>
            <a:endParaRPr lang="en-US"/>
          </a:p>
        </p:txBody>
      </p:sp>
    </p:spTree>
    <p:extLst>
      <p:ext uri="{BB962C8B-B14F-4D97-AF65-F5344CB8AC3E}">
        <p14:creationId xmlns:p14="http://schemas.microsoft.com/office/powerpoint/2010/main" val="4043066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96838-F09B-4068-BE6E-8502F96CCD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E06AE5D-C110-4F91-9D0B-1560D8F444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9FC14F-3CCA-4739-B820-535CFFEBAA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7DD935-06C5-40A6-BF7D-5CCC1732D133}"/>
              </a:ext>
            </a:extLst>
          </p:cNvPr>
          <p:cNvSpPr>
            <a:spLocks noGrp="1"/>
          </p:cNvSpPr>
          <p:nvPr>
            <p:ph type="dt" sz="half" idx="10"/>
          </p:nvPr>
        </p:nvSpPr>
        <p:spPr/>
        <p:txBody>
          <a:bodyPr/>
          <a:lstStyle/>
          <a:p>
            <a:fld id="{C57CE3B8-7D22-4427-B4F4-11E72F087CB0}" type="datetime1">
              <a:rPr lang="en-US" smtClean="0"/>
              <a:t>5/24/2026</a:t>
            </a:fld>
            <a:endParaRPr lang="en-US"/>
          </a:p>
        </p:txBody>
      </p:sp>
      <p:sp>
        <p:nvSpPr>
          <p:cNvPr id="6" name="Footer Placeholder 5">
            <a:extLst>
              <a:ext uri="{FF2B5EF4-FFF2-40B4-BE49-F238E27FC236}">
                <a16:creationId xmlns:a16="http://schemas.microsoft.com/office/drawing/2014/main" id="{61201F94-6CCE-4B3E-96EF-3C6582FE046C}"/>
              </a:ext>
            </a:extLst>
          </p:cNvPr>
          <p:cNvSpPr>
            <a:spLocks noGrp="1"/>
          </p:cNvSpPr>
          <p:nvPr>
            <p:ph type="ftr" sz="quarter" idx="11"/>
          </p:nvPr>
        </p:nvSpPr>
        <p:spPr/>
        <p:txBody>
          <a:bodyPr/>
          <a:lstStyle/>
          <a:p>
            <a:r>
              <a:rPr lang="en-US"/>
              <a:t>1</a:t>
            </a:r>
          </a:p>
        </p:txBody>
      </p:sp>
      <p:sp>
        <p:nvSpPr>
          <p:cNvPr id="7" name="Slide Number Placeholder 6">
            <a:extLst>
              <a:ext uri="{FF2B5EF4-FFF2-40B4-BE49-F238E27FC236}">
                <a16:creationId xmlns:a16="http://schemas.microsoft.com/office/drawing/2014/main" id="{226F36D1-2001-4457-AB04-301E895F05BE}"/>
              </a:ext>
            </a:extLst>
          </p:cNvPr>
          <p:cNvSpPr>
            <a:spLocks noGrp="1"/>
          </p:cNvSpPr>
          <p:nvPr>
            <p:ph type="sldNum" sz="quarter" idx="12"/>
          </p:nvPr>
        </p:nvSpPr>
        <p:spPr/>
        <p:txBody>
          <a:bodyPr/>
          <a:lstStyle/>
          <a:p>
            <a:fld id="{653047B3-57EC-4768-BF69-42BFFF0DB0C3}" type="slidenum">
              <a:rPr lang="en-US" smtClean="0"/>
              <a:t>‹#›</a:t>
            </a:fld>
            <a:endParaRPr lang="en-US"/>
          </a:p>
        </p:txBody>
      </p:sp>
    </p:spTree>
    <p:extLst>
      <p:ext uri="{BB962C8B-B14F-4D97-AF65-F5344CB8AC3E}">
        <p14:creationId xmlns:p14="http://schemas.microsoft.com/office/powerpoint/2010/main" val="1400030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4C7FA-7D46-4D66-AE2A-730B1B12150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6F9DFC-F7F7-4C2A-B3B9-3E5B2CF8C3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38A50F-AC26-4E60-A9A4-B47367CC3BB5}"/>
              </a:ext>
            </a:extLst>
          </p:cNvPr>
          <p:cNvSpPr>
            <a:spLocks noGrp="1"/>
          </p:cNvSpPr>
          <p:nvPr>
            <p:ph type="dt" sz="half" idx="10"/>
          </p:nvPr>
        </p:nvSpPr>
        <p:spPr/>
        <p:txBody>
          <a:bodyPr/>
          <a:lstStyle/>
          <a:p>
            <a:fld id="{A07268D4-723E-4394-B993-54679B65DF35}" type="datetime1">
              <a:rPr lang="en-US" smtClean="0"/>
              <a:t>5/24/2026</a:t>
            </a:fld>
            <a:endParaRPr lang="en-US"/>
          </a:p>
        </p:txBody>
      </p:sp>
      <p:sp>
        <p:nvSpPr>
          <p:cNvPr id="5" name="Footer Placeholder 4">
            <a:extLst>
              <a:ext uri="{FF2B5EF4-FFF2-40B4-BE49-F238E27FC236}">
                <a16:creationId xmlns:a16="http://schemas.microsoft.com/office/drawing/2014/main" id="{E8B6FD44-424A-449C-A9CA-D64C1B511DAD}"/>
              </a:ext>
            </a:extLst>
          </p:cNvPr>
          <p:cNvSpPr>
            <a:spLocks noGrp="1"/>
          </p:cNvSpPr>
          <p:nvPr>
            <p:ph type="ftr" sz="quarter" idx="11"/>
          </p:nvPr>
        </p:nvSpPr>
        <p:spPr/>
        <p:txBody>
          <a:bodyPr/>
          <a:lstStyle/>
          <a:p>
            <a:r>
              <a:rPr lang="en-US"/>
              <a:t>1</a:t>
            </a:r>
          </a:p>
        </p:txBody>
      </p:sp>
      <p:sp>
        <p:nvSpPr>
          <p:cNvPr id="6" name="Slide Number Placeholder 5">
            <a:extLst>
              <a:ext uri="{FF2B5EF4-FFF2-40B4-BE49-F238E27FC236}">
                <a16:creationId xmlns:a16="http://schemas.microsoft.com/office/drawing/2014/main" id="{7F33B8E4-46D6-4045-8DBA-EEE53E74848E}"/>
              </a:ext>
            </a:extLst>
          </p:cNvPr>
          <p:cNvSpPr>
            <a:spLocks noGrp="1"/>
          </p:cNvSpPr>
          <p:nvPr>
            <p:ph type="sldNum" sz="quarter" idx="12"/>
          </p:nvPr>
        </p:nvSpPr>
        <p:spPr/>
        <p:txBody>
          <a:bodyPr/>
          <a:lstStyle/>
          <a:p>
            <a:fld id="{653047B3-57EC-4768-BF69-42BFFF0DB0C3}" type="slidenum">
              <a:rPr lang="en-US" smtClean="0"/>
              <a:t>‹#›</a:t>
            </a:fld>
            <a:endParaRPr lang="en-US"/>
          </a:p>
        </p:txBody>
      </p:sp>
    </p:spTree>
    <p:extLst>
      <p:ext uri="{BB962C8B-B14F-4D97-AF65-F5344CB8AC3E}">
        <p14:creationId xmlns:p14="http://schemas.microsoft.com/office/powerpoint/2010/main" val="4181624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485E0D-8204-405C-86A4-F136B3219EB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A9E58BA-B105-477B-A4C5-BA5BC67E40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F9153A-DDB4-4827-9938-DD1FE7629B68}"/>
              </a:ext>
            </a:extLst>
          </p:cNvPr>
          <p:cNvSpPr>
            <a:spLocks noGrp="1"/>
          </p:cNvSpPr>
          <p:nvPr>
            <p:ph type="dt" sz="half" idx="10"/>
          </p:nvPr>
        </p:nvSpPr>
        <p:spPr/>
        <p:txBody>
          <a:bodyPr/>
          <a:lstStyle/>
          <a:p>
            <a:fld id="{56D20734-071A-40C4-8CCC-547CC3D5DB5E}" type="datetime1">
              <a:rPr lang="en-US" smtClean="0"/>
              <a:t>5/24/2026</a:t>
            </a:fld>
            <a:endParaRPr lang="en-US"/>
          </a:p>
        </p:txBody>
      </p:sp>
      <p:sp>
        <p:nvSpPr>
          <p:cNvPr id="5" name="Footer Placeholder 4">
            <a:extLst>
              <a:ext uri="{FF2B5EF4-FFF2-40B4-BE49-F238E27FC236}">
                <a16:creationId xmlns:a16="http://schemas.microsoft.com/office/drawing/2014/main" id="{FE39D55C-6A3D-47DE-8294-11C130FAEDB0}"/>
              </a:ext>
            </a:extLst>
          </p:cNvPr>
          <p:cNvSpPr>
            <a:spLocks noGrp="1"/>
          </p:cNvSpPr>
          <p:nvPr>
            <p:ph type="ftr" sz="quarter" idx="11"/>
          </p:nvPr>
        </p:nvSpPr>
        <p:spPr/>
        <p:txBody>
          <a:bodyPr/>
          <a:lstStyle/>
          <a:p>
            <a:r>
              <a:rPr lang="en-US"/>
              <a:t>1</a:t>
            </a:r>
          </a:p>
        </p:txBody>
      </p:sp>
      <p:sp>
        <p:nvSpPr>
          <p:cNvPr id="6" name="Slide Number Placeholder 5">
            <a:extLst>
              <a:ext uri="{FF2B5EF4-FFF2-40B4-BE49-F238E27FC236}">
                <a16:creationId xmlns:a16="http://schemas.microsoft.com/office/drawing/2014/main" id="{376AD76A-10C2-4DD2-A90D-3DE9703CFCEC}"/>
              </a:ext>
            </a:extLst>
          </p:cNvPr>
          <p:cNvSpPr>
            <a:spLocks noGrp="1"/>
          </p:cNvSpPr>
          <p:nvPr>
            <p:ph type="sldNum" sz="quarter" idx="12"/>
          </p:nvPr>
        </p:nvSpPr>
        <p:spPr/>
        <p:txBody>
          <a:bodyPr/>
          <a:lstStyle/>
          <a:p>
            <a:fld id="{653047B3-57EC-4768-BF69-42BFFF0DB0C3}" type="slidenum">
              <a:rPr lang="en-US" smtClean="0"/>
              <a:t>‹#›</a:t>
            </a:fld>
            <a:endParaRPr lang="en-US"/>
          </a:p>
        </p:txBody>
      </p:sp>
    </p:spTree>
    <p:extLst>
      <p:ext uri="{BB962C8B-B14F-4D97-AF65-F5344CB8AC3E}">
        <p14:creationId xmlns:p14="http://schemas.microsoft.com/office/powerpoint/2010/main" val="777596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2B5BB9-985D-4268-A891-D3C08F8E0E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FCBE0C-9AD7-41EE-B208-9E6BA569B0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074922-E069-46C1-A747-148FC139E8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90A1C8-E0C2-4966-A097-4CBAB648E2C5}" type="datetime1">
              <a:rPr lang="en-US" smtClean="0"/>
              <a:t>5/24/2026</a:t>
            </a:fld>
            <a:endParaRPr lang="en-US"/>
          </a:p>
        </p:txBody>
      </p:sp>
      <p:sp>
        <p:nvSpPr>
          <p:cNvPr id="5" name="Footer Placeholder 4">
            <a:extLst>
              <a:ext uri="{FF2B5EF4-FFF2-40B4-BE49-F238E27FC236}">
                <a16:creationId xmlns:a16="http://schemas.microsoft.com/office/drawing/2014/main" id="{A12F52D3-3A8A-49DF-8B44-F3DE19006F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a:t>
            </a:r>
          </a:p>
        </p:txBody>
      </p:sp>
      <p:sp>
        <p:nvSpPr>
          <p:cNvPr id="6" name="Slide Number Placeholder 5">
            <a:extLst>
              <a:ext uri="{FF2B5EF4-FFF2-40B4-BE49-F238E27FC236}">
                <a16:creationId xmlns:a16="http://schemas.microsoft.com/office/drawing/2014/main" id="{63C7481E-F96A-4B36-B2BB-2807BC22B3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3047B3-57EC-4768-BF69-42BFFF0DB0C3}" type="slidenum">
              <a:rPr lang="en-US" smtClean="0"/>
              <a:t>‹#›</a:t>
            </a:fld>
            <a:endParaRPr lang="en-US"/>
          </a:p>
        </p:txBody>
      </p:sp>
    </p:spTree>
    <p:extLst>
      <p:ext uri="{BB962C8B-B14F-4D97-AF65-F5344CB8AC3E}">
        <p14:creationId xmlns:p14="http://schemas.microsoft.com/office/powerpoint/2010/main" val="7594868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pexels.com/photo/ai-artificial-intelligence-machine-learning-616020/" TargetMode="External"/><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hyperlink" Target="https://www.flickr.com/photos/152824664@N07/30212411048"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fr.wikipedia.org/wiki/Intelsat_I" TargetMode="External"/><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scherlund.blogspot.com/2019/01/call-to-reimagine-artificial.html" TargetMode="External"/><Relationship Id="rId2" Type="http://schemas.openxmlformats.org/officeDocument/2006/relationships/image" Target="../media/image6.jp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hyperlink" Target="https://diggita.com/story.php?title=Il_futuro_dellintelligenza_artificiale" TargetMode="External"/><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futurism.com/what-will-a-world-governed-by-ai-look-like/?ref=quuu" TargetMode="External"/><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aiimpacts.org/page/2/" TargetMode="External"/><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diggita.com/story.php?title=Il_futuro_dellintelligenza_artificiale" TargetMode="External"/><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FCA6C-1389-4CF5-9AD9-6ABB56ED139F}"/>
              </a:ext>
            </a:extLst>
          </p:cNvPr>
          <p:cNvSpPr>
            <a:spLocks noGrp="1"/>
          </p:cNvSpPr>
          <p:nvPr>
            <p:ph type="title"/>
          </p:nvPr>
        </p:nvSpPr>
        <p:spPr>
          <a:xfrm>
            <a:off x="129989" y="1704928"/>
            <a:ext cx="1976718" cy="572528"/>
          </a:xfrm>
        </p:spPr>
        <p:txBody>
          <a:bodyPr>
            <a:normAutofit/>
          </a:bodyPr>
          <a:lstStyle/>
          <a:p>
            <a:r>
              <a:rPr lang="en-US" sz="2400" dirty="0">
                <a:latin typeface="Arial Narrow" panose="020B0606020202030204" pitchFamily="34" charset="0"/>
              </a:rPr>
              <a:t>.</a:t>
            </a:r>
          </a:p>
        </p:txBody>
      </p:sp>
      <p:sp>
        <p:nvSpPr>
          <p:cNvPr id="3" name="Title 1">
            <a:extLst>
              <a:ext uri="{FF2B5EF4-FFF2-40B4-BE49-F238E27FC236}">
                <a16:creationId xmlns:a16="http://schemas.microsoft.com/office/drawing/2014/main" id="{6854F010-D7BC-449B-A3CC-6C5437A63389}"/>
              </a:ext>
            </a:extLst>
          </p:cNvPr>
          <p:cNvSpPr txBox="1">
            <a:spLocks/>
          </p:cNvSpPr>
          <p:nvPr/>
        </p:nvSpPr>
        <p:spPr>
          <a:xfrm>
            <a:off x="1" y="2103438"/>
            <a:ext cx="6302187" cy="980422"/>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7600" b="1" dirty="0"/>
              <a:t>Student Result Management System</a:t>
            </a:r>
          </a:p>
          <a:p>
            <a:endParaRPr lang="en-US" sz="17600" b="1" dirty="0"/>
          </a:p>
          <a:p>
            <a:r>
              <a:rPr lang="en-US" sz="6400" b="1" dirty="0">
                <a:latin typeface="Times New Roman" panose="02020603050405020304" pitchFamily="18" charset="0"/>
                <a:cs typeface="Times New Roman" panose="02020603050405020304" pitchFamily="18" charset="0"/>
              </a:rPr>
              <a:t>   SUBMITTED TO: </a:t>
            </a:r>
          </a:p>
          <a:p>
            <a:r>
              <a:rPr lang="en-US" sz="6400" dirty="0">
                <a:latin typeface="Times New Roman" panose="02020603050405020304" pitchFamily="18" charset="0"/>
                <a:cs typeface="Times New Roman" panose="02020603050405020304" pitchFamily="18" charset="0"/>
              </a:rPr>
              <a:t>   SIR ADEEL</a:t>
            </a:r>
          </a:p>
          <a:p>
            <a:br>
              <a:rPr lang="en-US" sz="3200" dirty="0"/>
            </a:br>
            <a:endParaRPr lang="en-US" sz="6600" b="1" dirty="0">
              <a:latin typeface="Arial Rounded MT Bold" panose="020F0704030504030204" pitchFamily="34" charset="0"/>
            </a:endParaRPr>
          </a:p>
        </p:txBody>
      </p:sp>
      <p:sp>
        <p:nvSpPr>
          <p:cNvPr id="4" name="TextBox 3">
            <a:extLst>
              <a:ext uri="{FF2B5EF4-FFF2-40B4-BE49-F238E27FC236}">
                <a16:creationId xmlns:a16="http://schemas.microsoft.com/office/drawing/2014/main" id="{3A0EE825-A779-497C-8F87-847AAD7DEB5A}"/>
              </a:ext>
            </a:extLst>
          </p:cNvPr>
          <p:cNvSpPr txBox="1"/>
          <p:nvPr/>
        </p:nvSpPr>
        <p:spPr>
          <a:xfrm flipH="1">
            <a:off x="129987" y="3923930"/>
            <a:ext cx="3607511"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 </a:t>
            </a:r>
            <a:r>
              <a:rPr lang="en-US" b="1" dirty="0">
                <a:latin typeface="Times New Roman" panose="02020603050405020304" pitchFamily="18" charset="0"/>
                <a:cs typeface="Times New Roman" panose="02020603050405020304" pitchFamily="18" charset="0"/>
              </a:rPr>
              <a:t>GROUP MEMBERS:</a:t>
            </a:r>
          </a:p>
          <a:p>
            <a:r>
              <a:rPr lang="en-US" dirty="0">
                <a:latin typeface="Arial" panose="020B0604020202020204" pitchFamily="34" charset="0"/>
                <a:cs typeface="Arial" panose="020B0604020202020204" pitchFamily="34" charset="0"/>
              </a:rPr>
              <a:t>MAIMOONA BIBI(055)</a:t>
            </a:r>
          </a:p>
          <a:p>
            <a:r>
              <a:rPr lang="en-US" dirty="0">
                <a:latin typeface="Arial" panose="020B0604020202020204" pitchFamily="34" charset="0"/>
                <a:cs typeface="Arial" panose="020B0604020202020204" pitchFamily="34" charset="0"/>
              </a:rPr>
              <a:t>MALAYKA IBRAR (058)</a:t>
            </a:r>
          </a:p>
          <a:p>
            <a:r>
              <a:rPr lang="en-US" dirty="0">
                <a:latin typeface="Arial" panose="020B0604020202020204" pitchFamily="34" charset="0"/>
                <a:cs typeface="Arial" panose="020B0604020202020204" pitchFamily="34" charset="0"/>
              </a:rPr>
              <a:t>NATASHA MARYAM(068)</a:t>
            </a:r>
          </a:p>
          <a:p>
            <a:endParaRPr lang="en-US" dirty="0">
              <a:latin typeface="Arial" panose="020B0604020202020204" pitchFamily="34" charset="0"/>
              <a:cs typeface="Arial" panose="020B0604020202020204" pitchFamily="34" charset="0"/>
            </a:endParaRPr>
          </a:p>
        </p:txBody>
      </p:sp>
      <p:sp>
        <p:nvSpPr>
          <p:cNvPr id="19" name="Oval 18">
            <a:extLst>
              <a:ext uri="{FF2B5EF4-FFF2-40B4-BE49-F238E27FC236}">
                <a16:creationId xmlns:a16="http://schemas.microsoft.com/office/drawing/2014/main" id="{80730347-FFD2-413D-8FBE-8C1E2190E83D}"/>
              </a:ext>
            </a:extLst>
          </p:cNvPr>
          <p:cNvSpPr/>
          <p:nvPr/>
        </p:nvSpPr>
        <p:spPr>
          <a:xfrm>
            <a:off x="9751864" y="4747287"/>
            <a:ext cx="2424895" cy="21107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9">
            <a:extLst>
              <a:ext uri="{FF2B5EF4-FFF2-40B4-BE49-F238E27FC236}">
                <a16:creationId xmlns:a16="http://schemas.microsoft.com/office/drawing/2014/main" id="{FA7D5881-E24E-42F0-87B1-77CD6FEC9F48}"/>
              </a:ext>
            </a:extLst>
          </p:cNvPr>
          <p:cNvSpPr/>
          <p:nvPr/>
        </p:nvSpPr>
        <p:spPr>
          <a:xfrm>
            <a:off x="6096000" y="-8874"/>
            <a:ext cx="6096000" cy="3427604"/>
          </a:xfrm>
          <a:custGeom>
            <a:avLst/>
            <a:gdLst>
              <a:gd name="connsiteX0" fmla="*/ 0 w 5295450"/>
              <a:gd name="connsiteY0" fmla="*/ 0 h 2103438"/>
              <a:gd name="connsiteX1" fmla="*/ 5295450 w 5295450"/>
              <a:gd name="connsiteY1" fmla="*/ 0 h 2103438"/>
              <a:gd name="connsiteX2" fmla="*/ 5295450 w 5295450"/>
              <a:gd name="connsiteY2" fmla="*/ 2103438 h 2103438"/>
              <a:gd name="connsiteX3" fmla="*/ 0 w 5295450"/>
              <a:gd name="connsiteY3" fmla="*/ 2103438 h 2103438"/>
              <a:gd name="connsiteX4" fmla="*/ 0 w 5295450"/>
              <a:gd name="connsiteY4" fmla="*/ 0 h 2103438"/>
              <a:gd name="connsiteX0" fmla="*/ 0 w 5295450"/>
              <a:gd name="connsiteY0" fmla="*/ 0 h 2103438"/>
              <a:gd name="connsiteX1" fmla="*/ 5295450 w 5295450"/>
              <a:gd name="connsiteY1" fmla="*/ 0 h 2103438"/>
              <a:gd name="connsiteX2" fmla="*/ 5295450 w 5295450"/>
              <a:gd name="connsiteY2" fmla="*/ 2103438 h 2103438"/>
              <a:gd name="connsiteX3" fmla="*/ 0 w 5295450"/>
              <a:gd name="connsiteY3" fmla="*/ 2103438 h 2103438"/>
              <a:gd name="connsiteX4" fmla="*/ 0 w 5295450"/>
              <a:gd name="connsiteY4" fmla="*/ 0 h 2103438"/>
              <a:gd name="connsiteX0" fmla="*/ 0 w 5295450"/>
              <a:gd name="connsiteY0" fmla="*/ 0 h 2103438"/>
              <a:gd name="connsiteX1" fmla="*/ 5295450 w 5295450"/>
              <a:gd name="connsiteY1" fmla="*/ 0 h 2103438"/>
              <a:gd name="connsiteX2" fmla="*/ 5295450 w 5295450"/>
              <a:gd name="connsiteY2" fmla="*/ 2103438 h 2103438"/>
              <a:gd name="connsiteX3" fmla="*/ 0 w 5295450"/>
              <a:gd name="connsiteY3" fmla="*/ 2103438 h 2103438"/>
              <a:gd name="connsiteX4" fmla="*/ 0 w 5295450"/>
              <a:gd name="connsiteY4" fmla="*/ 0 h 2103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5450" h="2103438">
                <a:moveTo>
                  <a:pt x="0" y="0"/>
                </a:moveTo>
                <a:lnTo>
                  <a:pt x="5295450" y="0"/>
                </a:lnTo>
                <a:lnTo>
                  <a:pt x="5295450" y="2103438"/>
                </a:lnTo>
                <a:cubicBezTo>
                  <a:pt x="3530300" y="2103438"/>
                  <a:pt x="2649070" y="381318"/>
                  <a:pt x="0" y="2103438"/>
                </a:cubicBezTo>
                <a:cubicBezTo>
                  <a:pt x="822960" y="1051772"/>
                  <a:pt x="0" y="701146"/>
                  <a:pt x="0" y="0"/>
                </a:cubicBez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ECBFB5F-1624-4071-95F5-8E424B56ACDA}"/>
              </a:ext>
            </a:extLst>
          </p:cNvPr>
          <p:cNvSpPr/>
          <p:nvPr/>
        </p:nvSpPr>
        <p:spPr>
          <a:xfrm>
            <a:off x="8715066" y="4145280"/>
            <a:ext cx="2249245" cy="2110713"/>
          </a:xfrm>
          <a:prstGeom prst="ellipse">
            <a:avLst/>
          </a:pr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F42A9B4-2668-4B1C-9DEF-33F8478BC88E}"/>
              </a:ext>
            </a:extLst>
          </p:cNvPr>
          <p:cNvSpPr/>
          <p:nvPr/>
        </p:nvSpPr>
        <p:spPr>
          <a:xfrm>
            <a:off x="6432176" y="-8874"/>
            <a:ext cx="5744583" cy="3083861"/>
          </a:xfrm>
          <a:custGeom>
            <a:avLst/>
            <a:gdLst>
              <a:gd name="connsiteX0" fmla="*/ 0 w 5295450"/>
              <a:gd name="connsiteY0" fmla="*/ 0 h 2103438"/>
              <a:gd name="connsiteX1" fmla="*/ 5295450 w 5295450"/>
              <a:gd name="connsiteY1" fmla="*/ 0 h 2103438"/>
              <a:gd name="connsiteX2" fmla="*/ 5295450 w 5295450"/>
              <a:gd name="connsiteY2" fmla="*/ 2103438 h 2103438"/>
              <a:gd name="connsiteX3" fmla="*/ 0 w 5295450"/>
              <a:gd name="connsiteY3" fmla="*/ 2103438 h 2103438"/>
              <a:gd name="connsiteX4" fmla="*/ 0 w 5295450"/>
              <a:gd name="connsiteY4" fmla="*/ 0 h 2103438"/>
              <a:gd name="connsiteX0" fmla="*/ 0 w 5295450"/>
              <a:gd name="connsiteY0" fmla="*/ 0 h 2103438"/>
              <a:gd name="connsiteX1" fmla="*/ 5295450 w 5295450"/>
              <a:gd name="connsiteY1" fmla="*/ 0 h 2103438"/>
              <a:gd name="connsiteX2" fmla="*/ 5295450 w 5295450"/>
              <a:gd name="connsiteY2" fmla="*/ 2103438 h 2103438"/>
              <a:gd name="connsiteX3" fmla="*/ 0 w 5295450"/>
              <a:gd name="connsiteY3" fmla="*/ 2103438 h 2103438"/>
              <a:gd name="connsiteX4" fmla="*/ 0 w 5295450"/>
              <a:gd name="connsiteY4" fmla="*/ 0 h 2103438"/>
              <a:gd name="connsiteX0" fmla="*/ 0 w 5295450"/>
              <a:gd name="connsiteY0" fmla="*/ 0 h 2103438"/>
              <a:gd name="connsiteX1" fmla="*/ 5295450 w 5295450"/>
              <a:gd name="connsiteY1" fmla="*/ 0 h 2103438"/>
              <a:gd name="connsiteX2" fmla="*/ 5295450 w 5295450"/>
              <a:gd name="connsiteY2" fmla="*/ 2103438 h 2103438"/>
              <a:gd name="connsiteX3" fmla="*/ 0 w 5295450"/>
              <a:gd name="connsiteY3" fmla="*/ 2103438 h 2103438"/>
              <a:gd name="connsiteX4" fmla="*/ 0 w 5295450"/>
              <a:gd name="connsiteY4" fmla="*/ 0 h 2103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5450" h="2103438">
                <a:moveTo>
                  <a:pt x="0" y="0"/>
                </a:moveTo>
                <a:lnTo>
                  <a:pt x="5295450" y="0"/>
                </a:lnTo>
                <a:lnTo>
                  <a:pt x="5295450" y="2103438"/>
                </a:lnTo>
                <a:cubicBezTo>
                  <a:pt x="3530300" y="2103438"/>
                  <a:pt x="2649070" y="381318"/>
                  <a:pt x="0" y="2103438"/>
                </a:cubicBezTo>
                <a:cubicBezTo>
                  <a:pt x="822960" y="1051772"/>
                  <a:pt x="0" y="701146"/>
                  <a:pt x="0" y="0"/>
                </a:cubicBezTo>
                <a:close/>
              </a:path>
            </a:pathLst>
          </a:cu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ooter Placeholder 19">
            <a:extLst>
              <a:ext uri="{FF2B5EF4-FFF2-40B4-BE49-F238E27FC236}">
                <a16:creationId xmlns:a16="http://schemas.microsoft.com/office/drawing/2014/main" id="{AAD88E24-4D77-44C3-8A1A-53A5628BC50A}"/>
              </a:ext>
            </a:extLst>
          </p:cNvPr>
          <p:cNvSpPr>
            <a:spLocks noGrp="1"/>
          </p:cNvSpPr>
          <p:nvPr>
            <p:ph type="ftr" sz="quarter" idx="11"/>
          </p:nvPr>
        </p:nvSpPr>
        <p:spPr/>
        <p:txBody>
          <a:bodyPr/>
          <a:lstStyle/>
          <a:p>
            <a:r>
              <a:rPr lang="en-US"/>
              <a:t>1</a:t>
            </a:r>
          </a:p>
        </p:txBody>
      </p:sp>
      <p:sp>
        <p:nvSpPr>
          <p:cNvPr id="21" name="Slide Number Placeholder 20">
            <a:extLst>
              <a:ext uri="{FF2B5EF4-FFF2-40B4-BE49-F238E27FC236}">
                <a16:creationId xmlns:a16="http://schemas.microsoft.com/office/drawing/2014/main" id="{F50B67BB-0550-4B70-ACE1-23E8BB064803}"/>
              </a:ext>
            </a:extLst>
          </p:cNvPr>
          <p:cNvSpPr>
            <a:spLocks noGrp="1"/>
          </p:cNvSpPr>
          <p:nvPr>
            <p:ph type="sldNum" sz="quarter" idx="12"/>
          </p:nvPr>
        </p:nvSpPr>
        <p:spPr/>
        <p:txBody>
          <a:bodyPr/>
          <a:lstStyle/>
          <a:p>
            <a:fld id="{653047B3-57EC-4768-BF69-42BFFF0DB0C3}" type="slidenum">
              <a:rPr lang="en-US" smtClean="0"/>
              <a:t>1</a:t>
            </a:fld>
            <a:endParaRPr lang="en-US"/>
          </a:p>
        </p:txBody>
      </p:sp>
    </p:spTree>
    <p:extLst>
      <p:ext uri="{BB962C8B-B14F-4D97-AF65-F5344CB8AC3E}">
        <p14:creationId xmlns:p14="http://schemas.microsoft.com/office/powerpoint/2010/main" val="424517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32EF9F0-2953-474F-8C58-91A5550B247C}"/>
              </a:ext>
            </a:extLst>
          </p:cNvPr>
          <p:cNvSpPr>
            <a:spLocks noGrp="1"/>
          </p:cNvSpPr>
          <p:nvPr>
            <p:ph type="ftr" sz="quarter" idx="11"/>
          </p:nvPr>
        </p:nvSpPr>
        <p:spPr/>
        <p:txBody>
          <a:bodyPr/>
          <a:lstStyle/>
          <a:p>
            <a:r>
              <a:rPr lang="en-US"/>
              <a:t>1</a:t>
            </a:r>
          </a:p>
        </p:txBody>
      </p:sp>
      <p:sp>
        <p:nvSpPr>
          <p:cNvPr id="4" name="Oval 3">
            <a:extLst>
              <a:ext uri="{FF2B5EF4-FFF2-40B4-BE49-F238E27FC236}">
                <a16:creationId xmlns:a16="http://schemas.microsoft.com/office/drawing/2014/main" id="{6CBC0AA3-52C1-4198-9229-316393616F62}"/>
              </a:ext>
            </a:extLst>
          </p:cNvPr>
          <p:cNvSpPr/>
          <p:nvPr/>
        </p:nvSpPr>
        <p:spPr>
          <a:xfrm>
            <a:off x="8153400" y="0"/>
            <a:ext cx="3627120" cy="3657601"/>
          </a:xfrm>
          <a:prstGeom prst="ellipse">
            <a:avLst/>
          </a:pr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48EE66AA-FB85-4E19-B531-6B76010781C7}"/>
              </a:ext>
            </a:extLst>
          </p:cNvPr>
          <p:cNvSpPr/>
          <p:nvPr/>
        </p:nvSpPr>
        <p:spPr>
          <a:xfrm>
            <a:off x="8991600" y="0"/>
            <a:ext cx="3200400" cy="3200400"/>
          </a:xfrm>
          <a:prstGeom prst="ellipse">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1FD2C978-FBE9-47AB-906A-7571E105436A}"/>
              </a:ext>
            </a:extLst>
          </p:cNvPr>
          <p:cNvSpPr>
            <a:spLocks noGrp="1"/>
          </p:cNvSpPr>
          <p:nvPr>
            <p:ph type="sldNum" sz="quarter" idx="12"/>
          </p:nvPr>
        </p:nvSpPr>
        <p:spPr/>
        <p:txBody>
          <a:bodyPr/>
          <a:lstStyle/>
          <a:p>
            <a:fld id="{653047B3-57EC-4768-BF69-42BFFF0DB0C3}" type="slidenum">
              <a:rPr lang="en-US" smtClean="0"/>
              <a:t>2</a:t>
            </a:fld>
            <a:endParaRPr lang="en-US"/>
          </a:p>
        </p:txBody>
      </p:sp>
      <p:sp>
        <p:nvSpPr>
          <p:cNvPr id="6" name="Rectangle 5">
            <a:extLst>
              <a:ext uri="{FF2B5EF4-FFF2-40B4-BE49-F238E27FC236}">
                <a16:creationId xmlns:a16="http://schemas.microsoft.com/office/drawing/2014/main" id="{053BC77A-92E4-44CF-ABF2-A75C6444B04D}"/>
              </a:ext>
            </a:extLst>
          </p:cNvPr>
          <p:cNvSpPr/>
          <p:nvPr/>
        </p:nvSpPr>
        <p:spPr>
          <a:xfrm>
            <a:off x="-274320" y="-2209800"/>
            <a:ext cx="45719"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693014F-BDC3-43F3-8093-FD6BA1469C45}"/>
              </a:ext>
            </a:extLst>
          </p:cNvPr>
          <p:cNvSpPr/>
          <p:nvPr/>
        </p:nvSpPr>
        <p:spPr>
          <a:xfrm>
            <a:off x="0" y="5164282"/>
            <a:ext cx="7376160" cy="1693718"/>
          </a:xfrm>
          <a:custGeom>
            <a:avLst/>
            <a:gdLst>
              <a:gd name="connsiteX0" fmla="*/ 0 w 7376160"/>
              <a:gd name="connsiteY0" fmla="*/ 0 h 2164080"/>
              <a:gd name="connsiteX1" fmla="*/ 7376160 w 7376160"/>
              <a:gd name="connsiteY1" fmla="*/ 0 h 2164080"/>
              <a:gd name="connsiteX2" fmla="*/ 7376160 w 7376160"/>
              <a:gd name="connsiteY2" fmla="*/ 2164080 h 2164080"/>
              <a:gd name="connsiteX3" fmla="*/ 0 w 7376160"/>
              <a:gd name="connsiteY3" fmla="*/ 2164080 h 2164080"/>
              <a:gd name="connsiteX4" fmla="*/ 0 w 7376160"/>
              <a:gd name="connsiteY4" fmla="*/ 0 h 2164080"/>
              <a:gd name="connsiteX0" fmla="*/ 0 w 7376160"/>
              <a:gd name="connsiteY0" fmla="*/ 0 h 2164080"/>
              <a:gd name="connsiteX1" fmla="*/ 7376160 w 7376160"/>
              <a:gd name="connsiteY1" fmla="*/ 0 h 2164080"/>
              <a:gd name="connsiteX2" fmla="*/ 7376160 w 7376160"/>
              <a:gd name="connsiteY2" fmla="*/ 2164080 h 2164080"/>
              <a:gd name="connsiteX3" fmla="*/ 0 w 7376160"/>
              <a:gd name="connsiteY3" fmla="*/ 2164080 h 2164080"/>
              <a:gd name="connsiteX4" fmla="*/ 0 w 7376160"/>
              <a:gd name="connsiteY4" fmla="*/ 0 h 2164080"/>
              <a:gd name="connsiteX0" fmla="*/ 0 w 7376160"/>
              <a:gd name="connsiteY0" fmla="*/ 0 h 2164080"/>
              <a:gd name="connsiteX1" fmla="*/ 7376160 w 7376160"/>
              <a:gd name="connsiteY1" fmla="*/ 0 h 2164080"/>
              <a:gd name="connsiteX2" fmla="*/ 7376160 w 7376160"/>
              <a:gd name="connsiteY2" fmla="*/ 2164080 h 2164080"/>
              <a:gd name="connsiteX3" fmla="*/ 0 w 7376160"/>
              <a:gd name="connsiteY3" fmla="*/ 2164080 h 2164080"/>
              <a:gd name="connsiteX4" fmla="*/ 0 w 7376160"/>
              <a:gd name="connsiteY4" fmla="*/ 0 h 2164080"/>
              <a:gd name="connsiteX0" fmla="*/ 0 w 7376160"/>
              <a:gd name="connsiteY0" fmla="*/ 0 h 2164080"/>
              <a:gd name="connsiteX1" fmla="*/ 7376160 w 7376160"/>
              <a:gd name="connsiteY1" fmla="*/ 0 h 2164080"/>
              <a:gd name="connsiteX2" fmla="*/ 7376160 w 7376160"/>
              <a:gd name="connsiteY2" fmla="*/ 2164080 h 2164080"/>
              <a:gd name="connsiteX3" fmla="*/ 0 w 7376160"/>
              <a:gd name="connsiteY3" fmla="*/ 2164080 h 2164080"/>
              <a:gd name="connsiteX4" fmla="*/ 0 w 7376160"/>
              <a:gd name="connsiteY4" fmla="*/ 0 h 2164080"/>
              <a:gd name="connsiteX0" fmla="*/ 0 w 7376160"/>
              <a:gd name="connsiteY0" fmla="*/ 0 h 2164080"/>
              <a:gd name="connsiteX1" fmla="*/ 7376160 w 7376160"/>
              <a:gd name="connsiteY1" fmla="*/ 0 h 2164080"/>
              <a:gd name="connsiteX2" fmla="*/ 7376160 w 7376160"/>
              <a:gd name="connsiteY2" fmla="*/ 2164080 h 2164080"/>
              <a:gd name="connsiteX3" fmla="*/ 0 w 7376160"/>
              <a:gd name="connsiteY3" fmla="*/ 2164080 h 2164080"/>
              <a:gd name="connsiteX4" fmla="*/ 0 w 7376160"/>
              <a:gd name="connsiteY4" fmla="*/ 0 h 2164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76160" h="2164080">
                <a:moveTo>
                  <a:pt x="0" y="0"/>
                </a:moveTo>
                <a:cubicBezTo>
                  <a:pt x="2458720" y="0"/>
                  <a:pt x="4551680" y="2148840"/>
                  <a:pt x="7376160" y="0"/>
                </a:cubicBezTo>
                <a:cubicBezTo>
                  <a:pt x="7376160" y="721360"/>
                  <a:pt x="6172200" y="1503680"/>
                  <a:pt x="7376160" y="2164080"/>
                </a:cubicBezTo>
                <a:lnTo>
                  <a:pt x="0" y="2164080"/>
                </a:lnTo>
                <a:lnTo>
                  <a:pt x="0" y="0"/>
                </a:ln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C0D93A0-B970-4BFF-8E11-7D08E88DB31A}"/>
              </a:ext>
            </a:extLst>
          </p:cNvPr>
          <p:cNvSpPr txBox="1"/>
          <p:nvPr/>
        </p:nvSpPr>
        <p:spPr>
          <a:xfrm>
            <a:off x="411480" y="1080656"/>
            <a:ext cx="6964680" cy="3847207"/>
          </a:xfrm>
          <a:prstGeom prst="rect">
            <a:avLst/>
          </a:prstGeom>
          <a:noFill/>
        </p:spPr>
        <p:txBody>
          <a:bodyPr wrap="square" rtlCol="0">
            <a:spAutoFit/>
          </a:bodyPr>
          <a:lstStyle/>
          <a:p>
            <a:r>
              <a:rPr lang="en-US" sz="2400" b="1" dirty="0"/>
              <a:t>Introduction:</a:t>
            </a:r>
            <a:br>
              <a:rPr lang="en-US" sz="2400" dirty="0"/>
            </a:br>
            <a:r>
              <a:rPr lang="en-US" sz="2800" dirty="0">
                <a:latin typeface="Times New Roman" panose="02020603050405020304" pitchFamily="18" charset="0"/>
                <a:cs typeface="Times New Roman" panose="02020603050405020304" pitchFamily="18" charset="0"/>
              </a:rPr>
              <a:t>A Student Result Management System (SRMS) is a software application designed to manage and maintain the results of students in an educational institution. Using Java Swing for the user interface, we can create a desktop application that is both user-friendly and efficient.</a:t>
            </a:r>
          </a:p>
          <a:p>
            <a:endParaRPr lang="en-US" sz="2400" dirty="0"/>
          </a:p>
        </p:txBody>
      </p:sp>
    </p:spTree>
    <p:extLst>
      <p:ext uri="{BB962C8B-B14F-4D97-AF65-F5344CB8AC3E}">
        <p14:creationId xmlns:p14="http://schemas.microsoft.com/office/powerpoint/2010/main" val="3294816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503FE27-5584-470C-B863-0ECF9EDA2B3F}"/>
              </a:ext>
            </a:extLst>
          </p:cNvPr>
          <p:cNvSpPr/>
          <p:nvPr/>
        </p:nvSpPr>
        <p:spPr>
          <a:xfrm>
            <a:off x="7711439" y="2133600"/>
            <a:ext cx="4480561" cy="4724400"/>
          </a:xfrm>
          <a:custGeom>
            <a:avLst/>
            <a:gdLst>
              <a:gd name="connsiteX0" fmla="*/ 0 w 4480560"/>
              <a:gd name="connsiteY0" fmla="*/ 0 h 6858000"/>
              <a:gd name="connsiteX1" fmla="*/ 4480560 w 4480560"/>
              <a:gd name="connsiteY1" fmla="*/ 0 h 6858000"/>
              <a:gd name="connsiteX2" fmla="*/ 4480560 w 4480560"/>
              <a:gd name="connsiteY2" fmla="*/ 6858000 h 6858000"/>
              <a:gd name="connsiteX3" fmla="*/ 0 w 4480560"/>
              <a:gd name="connsiteY3" fmla="*/ 6858000 h 6858000"/>
              <a:gd name="connsiteX4" fmla="*/ 0 w 4480560"/>
              <a:gd name="connsiteY4" fmla="*/ 0 h 6858000"/>
              <a:gd name="connsiteX0" fmla="*/ 15240 w 4480560"/>
              <a:gd name="connsiteY0" fmla="*/ 0 h 6873240"/>
              <a:gd name="connsiteX1" fmla="*/ 4480560 w 4480560"/>
              <a:gd name="connsiteY1" fmla="*/ 15240 h 6873240"/>
              <a:gd name="connsiteX2" fmla="*/ 4480560 w 4480560"/>
              <a:gd name="connsiteY2" fmla="*/ 6873240 h 6873240"/>
              <a:gd name="connsiteX3" fmla="*/ 0 w 4480560"/>
              <a:gd name="connsiteY3" fmla="*/ 6873240 h 6873240"/>
              <a:gd name="connsiteX4" fmla="*/ 15240 w 4480560"/>
              <a:gd name="connsiteY4" fmla="*/ 0 h 6873240"/>
              <a:gd name="connsiteX0" fmla="*/ 15240 w 4480560"/>
              <a:gd name="connsiteY0" fmla="*/ 0 h 6873240"/>
              <a:gd name="connsiteX1" fmla="*/ 4480560 w 4480560"/>
              <a:gd name="connsiteY1" fmla="*/ 15240 h 6873240"/>
              <a:gd name="connsiteX2" fmla="*/ 4480560 w 4480560"/>
              <a:gd name="connsiteY2" fmla="*/ 6873240 h 6873240"/>
              <a:gd name="connsiteX3" fmla="*/ 0 w 4480560"/>
              <a:gd name="connsiteY3" fmla="*/ 6873240 h 6873240"/>
              <a:gd name="connsiteX4" fmla="*/ 15240 w 4480560"/>
              <a:gd name="connsiteY4" fmla="*/ 0 h 6873240"/>
              <a:gd name="connsiteX0" fmla="*/ 15240 w 4480560"/>
              <a:gd name="connsiteY0" fmla="*/ 0 h 6873240"/>
              <a:gd name="connsiteX1" fmla="*/ 4480560 w 4480560"/>
              <a:gd name="connsiteY1" fmla="*/ 15240 h 6873240"/>
              <a:gd name="connsiteX2" fmla="*/ 4480560 w 4480560"/>
              <a:gd name="connsiteY2" fmla="*/ 6873240 h 6873240"/>
              <a:gd name="connsiteX3" fmla="*/ 0 w 4480560"/>
              <a:gd name="connsiteY3" fmla="*/ 6873240 h 6873240"/>
              <a:gd name="connsiteX4" fmla="*/ 15240 w 4480560"/>
              <a:gd name="connsiteY4" fmla="*/ 0 h 6873240"/>
              <a:gd name="connsiteX0" fmla="*/ 15240 w 4480560"/>
              <a:gd name="connsiteY0" fmla="*/ 0 h 6873240"/>
              <a:gd name="connsiteX1" fmla="*/ 4480560 w 4480560"/>
              <a:gd name="connsiteY1" fmla="*/ 15240 h 6873240"/>
              <a:gd name="connsiteX2" fmla="*/ 4480560 w 4480560"/>
              <a:gd name="connsiteY2" fmla="*/ 6873240 h 6873240"/>
              <a:gd name="connsiteX3" fmla="*/ 0 w 4480560"/>
              <a:gd name="connsiteY3" fmla="*/ 6873240 h 6873240"/>
              <a:gd name="connsiteX4" fmla="*/ 15240 w 4480560"/>
              <a:gd name="connsiteY4" fmla="*/ 0 h 6873240"/>
              <a:gd name="connsiteX0" fmla="*/ 40853 w 4506173"/>
              <a:gd name="connsiteY0" fmla="*/ 0 h 6873240"/>
              <a:gd name="connsiteX1" fmla="*/ 4506173 w 4506173"/>
              <a:gd name="connsiteY1" fmla="*/ 15240 h 6873240"/>
              <a:gd name="connsiteX2" fmla="*/ 4506173 w 4506173"/>
              <a:gd name="connsiteY2" fmla="*/ 6873240 h 6873240"/>
              <a:gd name="connsiteX3" fmla="*/ 25613 w 4506173"/>
              <a:gd name="connsiteY3" fmla="*/ 6873240 h 6873240"/>
              <a:gd name="connsiteX4" fmla="*/ 40853 w 4506173"/>
              <a:gd name="connsiteY4" fmla="*/ 0 h 6873240"/>
              <a:gd name="connsiteX0" fmla="*/ 40853 w 4506173"/>
              <a:gd name="connsiteY0" fmla="*/ 0 h 6873240"/>
              <a:gd name="connsiteX1" fmla="*/ 4506173 w 4506173"/>
              <a:gd name="connsiteY1" fmla="*/ 15240 h 6873240"/>
              <a:gd name="connsiteX2" fmla="*/ 4506173 w 4506173"/>
              <a:gd name="connsiteY2" fmla="*/ 6873240 h 6873240"/>
              <a:gd name="connsiteX3" fmla="*/ 25613 w 4506173"/>
              <a:gd name="connsiteY3" fmla="*/ 6873240 h 6873240"/>
              <a:gd name="connsiteX4" fmla="*/ 40853 w 4506173"/>
              <a:gd name="connsiteY4" fmla="*/ 0 h 6873240"/>
              <a:gd name="connsiteX0" fmla="*/ 15240 w 4480560"/>
              <a:gd name="connsiteY0" fmla="*/ 0 h 6873240"/>
              <a:gd name="connsiteX1" fmla="*/ 4480560 w 4480560"/>
              <a:gd name="connsiteY1" fmla="*/ 15240 h 6873240"/>
              <a:gd name="connsiteX2" fmla="*/ 4480560 w 4480560"/>
              <a:gd name="connsiteY2" fmla="*/ 6873240 h 6873240"/>
              <a:gd name="connsiteX3" fmla="*/ 0 w 4480560"/>
              <a:gd name="connsiteY3" fmla="*/ 6873240 h 6873240"/>
              <a:gd name="connsiteX4" fmla="*/ 15240 w 4480560"/>
              <a:gd name="connsiteY4" fmla="*/ 0 h 6873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0560" h="6873240">
                <a:moveTo>
                  <a:pt x="15240" y="0"/>
                </a:moveTo>
                <a:cubicBezTo>
                  <a:pt x="2387600" y="2123440"/>
                  <a:pt x="2992120" y="10160"/>
                  <a:pt x="4480560" y="15240"/>
                </a:cubicBezTo>
                <a:lnTo>
                  <a:pt x="4480560" y="6873240"/>
                </a:lnTo>
                <a:cubicBezTo>
                  <a:pt x="2987040" y="6873240"/>
                  <a:pt x="792480" y="6833076"/>
                  <a:pt x="0" y="6873240"/>
                </a:cubicBezTo>
                <a:cubicBezTo>
                  <a:pt x="5080" y="4582160"/>
                  <a:pt x="1899920" y="4394200"/>
                  <a:pt x="15240" y="0"/>
                </a:cubicBez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3">
            <a:extLst>
              <a:ext uri="{FF2B5EF4-FFF2-40B4-BE49-F238E27FC236}">
                <a16:creationId xmlns:a16="http://schemas.microsoft.com/office/drawing/2014/main" id="{56FBC75E-495F-4ECC-9501-5E25E6C8C6F3}"/>
              </a:ext>
            </a:extLst>
          </p:cNvPr>
          <p:cNvSpPr/>
          <p:nvPr/>
        </p:nvSpPr>
        <p:spPr>
          <a:xfrm>
            <a:off x="8061960" y="2301240"/>
            <a:ext cx="4130040" cy="4556760"/>
          </a:xfrm>
          <a:custGeom>
            <a:avLst/>
            <a:gdLst>
              <a:gd name="connsiteX0" fmla="*/ 0 w 4480560"/>
              <a:gd name="connsiteY0" fmla="*/ 0 h 6858000"/>
              <a:gd name="connsiteX1" fmla="*/ 4480560 w 4480560"/>
              <a:gd name="connsiteY1" fmla="*/ 0 h 6858000"/>
              <a:gd name="connsiteX2" fmla="*/ 4480560 w 4480560"/>
              <a:gd name="connsiteY2" fmla="*/ 6858000 h 6858000"/>
              <a:gd name="connsiteX3" fmla="*/ 0 w 4480560"/>
              <a:gd name="connsiteY3" fmla="*/ 6858000 h 6858000"/>
              <a:gd name="connsiteX4" fmla="*/ 0 w 4480560"/>
              <a:gd name="connsiteY4" fmla="*/ 0 h 6858000"/>
              <a:gd name="connsiteX0" fmla="*/ 15240 w 4480560"/>
              <a:gd name="connsiteY0" fmla="*/ 0 h 6873240"/>
              <a:gd name="connsiteX1" fmla="*/ 4480560 w 4480560"/>
              <a:gd name="connsiteY1" fmla="*/ 15240 h 6873240"/>
              <a:gd name="connsiteX2" fmla="*/ 4480560 w 4480560"/>
              <a:gd name="connsiteY2" fmla="*/ 6873240 h 6873240"/>
              <a:gd name="connsiteX3" fmla="*/ 0 w 4480560"/>
              <a:gd name="connsiteY3" fmla="*/ 6873240 h 6873240"/>
              <a:gd name="connsiteX4" fmla="*/ 15240 w 4480560"/>
              <a:gd name="connsiteY4" fmla="*/ 0 h 6873240"/>
              <a:gd name="connsiteX0" fmla="*/ 15240 w 4480560"/>
              <a:gd name="connsiteY0" fmla="*/ 0 h 6873240"/>
              <a:gd name="connsiteX1" fmla="*/ 4480560 w 4480560"/>
              <a:gd name="connsiteY1" fmla="*/ 15240 h 6873240"/>
              <a:gd name="connsiteX2" fmla="*/ 4480560 w 4480560"/>
              <a:gd name="connsiteY2" fmla="*/ 6873240 h 6873240"/>
              <a:gd name="connsiteX3" fmla="*/ 0 w 4480560"/>
              <a:gd name="connsiteY3" fmla="*/ 6873240 h 6873240"/>
              <a:gd name="connsiteX4" fmla="*/ 15240 w 4480560"/>
              <a:gd name="connsiteY4" fmla="*/ 0 h 6873240"/>
              <a:gd name="connsiteX0" fmla="*/ 15240 w 4480560"/>
              <a:gd name="connsiteY0" fmla="*/ 0 h 6873240"/>
              <a:gd name="connsiteX1" fmla="*/ 4480560 w 4480560"/>
              <a:gd name="connsiteY1" fmla="*/ 15240 h 6873240"/>
              <a:gd name="connsiteX2" fmla="*/ 4480560 w 4480560"/>
              <a:gd name="connsiteY2" fmla="*/ 6873240 h 6873240"/>
              <a:gd name="connsiteX3" fmla="*/ 0 w 4480560"/>
              <a:gd name="connsiteY3" fmla="*/ 6873240 h 6873240"/>
              <a:gd name="connsiteX4" fmla="*/ 15240 w 4480560"/>
              <a:gd name="connsiteY4" fmla="*/ 0 h 6873240"/>
              <a:gd name="connsiteX0" fmla="*/ 15240 w 4480560"/>
              <a:gd name="connsiteY0" fmla="*/ 0 h 6873240"/>
              <a:gd name="connsiteX1" fmla="*/ 4480560 w 4480560"/>
              <a:gd name="connsiteY1" fmla="*/ 15240 h 6873240"/>
              <a:gd name="connsiteX2" fmla="*/ 4480560 w 4480560"/>
              <a:gd name="connsiteY2" fmla="*/ 6873240 h 6873240"/>
              <a:gd name="connsiteX3" fmla="*/ 0 w 4480560"/>
              <a:gd name="connsiteY3" fmla="*/ 6873240 h 6873240"/>
              <a:gd name="connsiteX4" fmla="*/ 15240 w 4480560"/>
              <a:gd name="connsiteY4" fmla="*/ 0 h 6873240"/>
              <a:gd name="connsiteX0" fmla="*/ 40853 w 4506173"/>
              <a:gd name="connsiteY0" fmla="*/ 0 h 6873240"/>
              <a:gd name="connsiteX1" fmla="*/ 4506173 w 4506173"/>
              <a:gd name="connsiteY1" fmla="*/ 15240 h 6873240"/>
              <a:gd name="connsiteX2" fmla="*/ 4506173 w 4506173"/>
              <a:gd name="connsiteY2" fmla="*/ 6873240 h 6873240"/>
              <a:gd name="connsiteX3" fmla="*/ 25613 w 4506173"/>
              <a:gd name="connsiteY3" fmla="*/ 6873240 h 6873240"/>
              <a:gd name="connsiteX4" fmla="*/ 40853 w 4506173"/>
              <a:gd name="connsiteY4" fmla="*/ 0 h 6873240"/>
              <a:gd name="connsiteX0" fmla="*/ 40853 w 4506173"/>
              <a:gd name="connsiteY0" fmla="*/ 0 h 6873240"/>
              <a:gd name="connsiteX1" fmla="*/ 4506173 w 4506173"/>
              <a:gd name="connsiteY1" fmla="*/ 15240 h 6873240"/>
              <a:gd name="connsiteX2" fmla="*/ 4506173 w 4506173"/>
              <a:gd name="connsiteY2" fmla="*/ 6873240 h 6873240"/>
              <a:gd name="connsiteX3" fmla="*/ 25613 w 4506173"/>
              <a:gd name="connsiteY3" fmla="*/ 6873240 h 6873240"/>
              <a:gd name="connsiteX4" fmla="*/ 40853 w 4506173"/>
              <a:gd name="connsiteY4" fmla="*/ 0 h 6873240"/>
              <a:gd name="connsiteX0" fmla="*/ 15240 w 4480560"/>
              <a:gd name="connsiteY0" fmla="*/ 0 h 6873240"/>
              <a:gd name="connsiteX1" fmla="*/ 4480560 w 4480560"/>
              <a:gd name="connsiteY1" fmla="*/ 15240 h 6873240"/>
              <a:gd name="connsiteX2" fmla="*/ 4480560 w 4480560"/>
              <a:gd name="connsiteY2" fmla="*/ 6873240 h 6873240"/>
              <a:gd name="connsiteX3" fmla="*/ 0 w 4480560"/>
              <a:gd name="connsiteY3" fmla="*/ 6873240 h 6873240"/>
              <a:gd name="connsiteX4" fmla="*/ 15240 w 4480560"/>
              <a:gd name="connsiteY4" fmla="*/ 0 h 6873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0560" h="6873240">
                <a:moveTo>
                  <a:pt x="15240" y="0"/>
                </a:moveTo>
                <a:cubicBezTo>
                  <a:pt x="2387600" y="2123440"/>
                  <a:pt x="2992120" y="10160"/>
                  <a:pt x="4480560" y="15240"/>
                </a:cubicBezTo>
                <a:lnTo>
                  <a:pt x="4480560" y="6873240"/>
                </a:lnTo>
                <a:cubicBezTo>
                  <a:pt x="2987040" y="6873240"/>
                  <a:pt x="792480" y="6833076"/>
                  <a:pt x="0" y="6873240"/>
                </a:cubicBezTo>
                <a:cubicBezTo>
                  <a:pt x="5080" y="4582160"/>
                  <a:pt x="1899920" y="4394200"/>
                  <a:pt x="15240" y="0"/>
                </a:cubicBezTo>
                <a:close/>
              </a:path>
            </a:pathLst>
          </a:cu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0091C76-E38F-45CC-8D18-F9AF6939B749}"/>
              </a:ext>
            </a:extLst>
          </p:cNvPr>
          <p:cNvSpPr txBox="1"/>
          <p:nvPr/>
        </p:nvSpPr>
        <p:spPr>
          <a:xfrm>
            <a:off x="1104361" y="843677"/>
            <a:ext cx="7460942" cy="5693866"/>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KEY COMPONENTS:</a:t>
            </a:r>
            <a:endParaRPr lang="en-US" sz="2800" dirty="0">
              <a:latin typeface="Times New Roman" panose="02020603050405020304" pitchFamily="18" charset="0"/>
              <a:cs typeface="Times New Roman" panose="02020603050405020304" pitchFamily="18" charset="0"/>
            </a:endParaRPr>
          </a:p>
          <a:p>
            <a:pPr>
              <a:buFont typeface="+mj-lt"/>
              <a:buAutoNum type="arabicPeriod"/>
            </a:pPr>
            <a:r>
              <a:rPr lang="en-US" sz="2600" b="1" dirty="0">
                <a:latin typeface="Times New Roman" panose="02020603050405020304" pitchFamily="18" charset="0"/>
                <a:cs typeface="Times New Roman" panose="02020603050405020304" pitchFamily="18" charset="0"/>
              </a:rPr>
              <a:t>User Interface (UI)</a:t>
            </a:r>
          </a:p>
          <a:p>
            <a:pPr marL="742950" lvl="1" indent="-28575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JFrame</a:t>
            </a:r>
            <a:r>
              <a:rPr lang="en-US" sz="2400" dirty="0">
                <a:latin typeface="Times New Roman" panose="02020603050405020304" pitchFamily="18" charset="0"/>
                <a:cs typeface="Times New Roman" panose="02020603050405020304" pitchFamily="18" charset="0"/>
              </a:rPr>
              <a:t>; The main window of the application.</a:t>
            </a:r>
          </a:p>
          <a:p>
            <a:pPr marL="742950" lvl="1" indent="-28575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Jpanel</a:t>
            </a:r>
            <a:r>
              <a:rPr lang="en-US" sz="2400" dirty="0">
                <a:latin typeface="Times New Roman" panose="02020603050405020304" pitchFamily="18" charset="0"/>
                <a:cs typeface="Times New Roman" panose="02020603050405020304" pitchFamily="18" charset="0"/>
              </a:rPr>
              <a:t>; A container that can hold a group of components.</a:t>
            </a:r>
          </a:p>
          <a:p>
            <a:pPr marL="742950" lvl="1" indent="-28575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Jlabel</a:t>
            </a:r>
            <a:r>
              <a:rPr lang="en-US" sz="2400" dirty="0">
                <a:latin typeface="Times New Roman" panose="02020603050405020304" pitchFamily="18" charset="0"/>
                <a:cs typeface="Times New Roman" panose="02020603050405020304" pitchFamily="18" charset="0"/>
              </a:rPr>
              <a:t>; Displays text or images.</a:t>
            </a:r>
          </a:p>
          <a:p>
            <a:pPr marL="742950" lvl="1" indent="-28575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JTextField</a:t>
            </a:r>
            <a:r>
              <a:rPr lang="en-US" sz="2400" dirty="0">
                <a:latin typeface="Times New Roman" panose="02020603050405020304" pitchFamily="18" charset="0"/>
                <a:cs typeface="Times New Roman" panose="02020603050405020304" pitchFamily="18" charset="0"/>
              </a:rPr>
              <a:t>; A text input field. </a:t>
            </a:r>
          </a:p>
          <a:p>
            <a:pPr marL="742950" lvl="1" indent="-28575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Jbutton</a:t>
            </a:r>
            <a:r>
              <a:rPr lang="en-US" sz="2400" dirty="0">
                <a:latin typeface="Times New Roman" panose="02020603050405020304" pitchFamily="18" charset="0"/>
                <a:cs typeface="Times New Roman" panose="02020603050405020304" pitchFamily="18" charset="0"/>
              </a:rPr>
              <a:t>; A button that triggers actions when clicked. </a:t>
            </a:r>
          </a:p>
          <a:p>
            <a:pPr marL="742950" lvl="1" indent="-28575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Jtable</a:t>
            </a:r>
            <a:r>
              <a:rPr lang="en-US" sz="2400" dirty="0">
                <a:latin typeface="Times New Roman" panose="02020603050405020304" pitchFamily="18" charset="0"/>
                <a:cs typeface="Times New Roman" panose="02020603050405020304" pitchFamily="18" charset="0"/>
              </a:rPr>
              <a:t>; Displays data in a tabular format. </a:t>
            </a:r>
          </a:p>
          <a:p>
            <a:pPr>
              <a:buFont typeface="+mj-lt"/>
              <a:buAutoNum type="arabicPeriod"/>
            </a:pPr>
            <a:r>
              <a:rPr lang="en-US" sz="2600" b="1" dirty="0">
                <a:latin typeface="Times New Roman" panose="02020603050405020304" pitchFamily="18" charset="0"/>
                <a:cs typeface="Times New Roman" panose="02020603050405020304" pitchFamily="18" charset="0"/>
              </a:rPr>
              <a:t>Database Integration</a:t>
            </a:r>
          </a:p>
          <a:p>
            <a:r>
              <a:rPr lang="en-US" sz="2400" dirty="0">
                <a:latin typeface="Times New Roman" panose="02020603050405020304" pitchFamily="18" charset="0"/>
                <a:cs typeface="Times New Roman" panose="02020603050405020304" pitchFamily="18" charset="0"/>
              </a:rPr>
              <a:t>      Java Database Connectivity (JDBC), that is used to interact with the database</a:t>
            </a:r>
          </a:p>
          <a:p>
            <a:r>
              <a:rPr lang="en-US" sz="2600" b="1" dirty="0">
                <a:latin typeface="Times New Roman" panose="02020603050405020304" pitchFamily="18" charset="0"/>
                <a:cs typeface="Times New Roman" panose="02020603050405020304" pitchFamily="18" charset="0"/>
              </a:rPr>
              <a:t>3.Event Handling</a:t>
            </a:r>
            <a:endParaRPr lang="en-US" sz="26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Handling actions such as button clicks</a:t>
            </a:r>
          </a:p>
          <a:p>
            <a:endParaRPr lang="en-US" dirty="0"/>
          </a:p>
        </p:txBody>
      </p:sp>
      <p:sp>
        <p:nvSpPr>
          <p:cNvPr id="12" name="Footer Placeholder 11">
            <a:extLst>
              <a:ext uri="{FF2B5EF4-FFF2-40B4-BE49-F238E27FC236}">
                <a16:creationId xmlns:a16="http://schemas.microsoft.com/office/drawing/2014/main" id="{3CD655BD-0350-4921-B0FC-F005E1656163}"/>
              </a:ext>
            </a:extLst>
          </p:cNvPr>
          <p:cNvSpPr>
            <a:spLocks noGrp="1"/>
          </p:cNvSpPr>
          <p:nvPr>
            <p:ph type="ftr" sz="quarter" idx="11"/>
          </p:nvPr>
        </p:nvSpPr>
        <p:spPr/>
        <p:txBody>
          <a:bodyPr/>
          <a:lstStyle/>
          <a:p>
            <a:r>
              <a:rPr lang="en-US"/>
              <a:t>1</a:t>
            </a:r>
          </a:p>
        </p:txBody>
      </p:sp>
      <p:sp>
        <p:nvSpPr>
          <p:cNvPr id="13" name="Slide Number Placeholder 12">
            <a:extLst>
              <a:ext uri="{FF2B5EF4-FFF2-40B4-BE49-F238E27FC236}">
                <a16:creationId xmlns:a16="http://schemas.microsoft.com/office/drawing/2014/main" id="{E12448F2-AA42-41FD-BF9E-48404E30D7D2}"/>
              </a:ext>
            </a:extLst>
          </p:cNvPr>
          <p:cNvSpPr>
            <a:spLocks noGrp="1"/>
          </p:cNvSpPr>
          <p:nvPr>
            <p:ph type="sldNum" sz="quarter" idx="12"/>
          </p:nvPr>
        </p:nvSpPr>
        <p:spPr/>
        <p:txBody>
          <a:bodyPr/>
          <a:lstStyle/>
          <a:p>
            <a:fld id="{653047B3-57EC-4768-BF69-42BFFF0DB0C3}" type="slidenum">
              <a:rPr lang="en-US" smtClean="0"/>
              <a:t>3</a:t>
            </a:fld>
            <a:endParaRPr lang="en-US"/>
          </a:p>
        </p:txBody>
      </p:sp>
    </p:spTree>
    <p:extLst>
      <p:ext uri="{BB962C8B-B14F-4D97-AF65-F5344CB8AC3E}">
        <p14:creationId xmlns:p14="http://schemas.microsoft.com/office/powerpoint/2010/main" val="2866199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8EE15E1-9EAB-4F07-93D2-929F0DA067C0}"/>
              </a:ext>
            </a:extLst>
          </p:cNvPr>
          <p:cNvSpPr>
            <a:spLocks noGrp="1"/>
          </p:cNvSpPr>
          <p:nvPr>
            <p:ph type="ftr" sz="quarter" idx="11"/>
          </p:nvPr>
        </p:nvSpPr>
        <p:spPr/>
        <p:txBody>
          <a:bodyPr/>
          <a:lstStyle/>
          <a:p>
            <a:r>
              <a:rPr lang="en-US"/>
              <a:t>1</a:t>
            </a:r>
          </a:p>
        </p:txBody>
      </p:sp>
      <p:sp>
        <p:nvSpPr>
          <p:cNvPr id="3" name="Slide Number Placeholder 2">
            <a:extLst>
              <a:ext uri="{FF2B5EF4-FFF2-40B4-BE49-F238E27FC236}">
                <a16:creationId xmlns:a16="http://schemas.microsoft.com/office/drawing/2014/main" id="{C50B5752-3B9A-4E6E-9342-F0E7BF15BD9D}"/>
              </a:ext>
            </a:extLst>
          </p:cNvPr>
          <p:cNvSpPr>
            <a:spLocks noGrp="1"/>
          </p:cNvSpPr>
          <p:nvPr>
            <p:ph type="sldNum" sz="quarter" idx="12"/>
          </p:nvPr>
        </p:nvSpPr>
        <p:spPr/>
        <p:txBody>
          <a:bodyPr/>
          <a:lstStyle/>
          <a:p>
            <a:fld id="{653047B3-57EC-4768-BF69-42BFFF0DB0C3}" type="slidenum">
              <a:rPr lang="en-US" smtClean="0"/>
              <a:t>4</a:t>
            </a:fld>
            <a:endParaRPr lang="en-US"/>
          </a:p>
        </p:txBody>
      </p:sp>
      <p:sp>
        <p:nvSpPr>
          <p:cNvPr id="7" name="Rectangle: Rounded Corners 6">
            <a:extLst>
              <a:ext uri="{FF2B5EF4-FFF2-40B4-BE49-F238E27FC236}">
                <a16:creationId xmlns:a16="http://schemas.microsoft.com/office/drawing/2014/main" id="{5D5B4D9C-9C12-4E22-8728-EE35A7B2BBFF}"/>
              </a:ext>
            </a:extLst>
          </p:cNvPr>
          <p:cNvSpPr/>
          <p:nvPr/>
        </p:nvSpPr>
        <p:spPr>
          <a:xfrm>
            <a:off x="518160" y="-2133600"/>
            <a:ext cx="45719" cy="457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13C703F1-D9DB-4AE0-97AC-0D3D2DACA004}"/>
              </a:ext>
            </a:extLst>
          </p:cNvPr>
          <p:cNvSpPr/>
          <p:nvPr/>
        </p:nvSpPr>
        <p:spPr>
          <a:xfrm rot="19640499">
            <a:off x="8717536" y="-1290846"/>
            <a:ext cx="4502927" cy="7964516"/>
          </a:xfrm>
          <a:custGeom>
            <a:avLst/>
            <a:gdLst>
              <a:gd name="connsiteX0" fmla="*/ 1924283 w 5936844"/>
              <a:gd name="connsiteY0" fmla="*/ 0 h 8345674"/>
              <a:gd name="connsiteX1" fmla="*/ 5936844 w 5936844"/>
              <a:gd name="connsiteY1" fmla="*/ 2571901 h 8345674"/>
              <a:gd name="connsiteX2" fmla="*/ 2236072 w 5936844"/>
              <a:gd name="connsiteY2" fmla="*/ 8345674 h 8345674"/>
              <a:gd name="connsiteX3" fmla="*/ 0 w 5936844"/>
              <a:gd name="connsiteY3" fmla="*/ 6912436 h 8345674"/>
              <a:gd name="connsiteX4" fmla="*/ 0 w 5936844"/>
              <a:gd name="connsiteY4" fmla="*/ 1057497 h 8345674"/>
              <a:gd name="connsiteX5" fmla="*/ 1057497 w 5936844"/>
              <a:gd name="connsiteY5" fmla="*/ 0 h 834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6844" h="8345674">
                <a:moveTo>
                  <a:pt x="1924283" y="0"/>
                </a:moveTo>
                <a:lnTo>
                  <a:pt x="5936844" y="2571901"/>
                </a:lnTo>
                <a:lnTo>
                  <a:pt x="2236072" y="8345674"/>
                </a:lnTo>
                <a:lnTo>
                  <a:pt x="0" y="6912436"/>
                </a:lnTo>
                <a:lnTo>
                  <a:pt x="0" y="1057497"/>
                </a:lnTo>
                <a:cubicBezTo>
                  <a:pt x="0" y="473458"/>
                  <a:pt x="473458" y="0"/>
                  <a:pt x="1057497" y="0"/>
                </a:cubicBezTo>
                <a:close/>
              </a:path>
            </a:pathLst>
          </a:cu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1C0A5538-276D-4A6F-8CCA-D4E3CFA67A0D}"/>
              </a:ext>
            </a:extLst>
          </p:cNvPr>
          <p:cNvSpPr/>
          <p:nvPr/>
        </p:nvSpPr>
        <p:spPr>
          <a:xfrm rot="19640499">
            <a:off x="9278107" y="-1718208"/>
            <a:ext cx="4102066" cy="8345674"/>
          </a:xfrm>
          <a:custGeom>
            <a:avLst/>
            <a:gdLst>
              <a:gd name="connsiteX0" fmla="*/ 1924283 w 5936844"/>
              <a:gd name="connsiteY0" fmla="*/ 0 h 8345674"/>
              <a:gd name="connsiteX1" fmla="*/ 5936844 w 5936844"/>
              <a:gd name="connsiteY1" fmla="*/ 2571901 h 8345674"/>
              <a:gd name="connsiteX2" fmla="*/ 2236072 w 5936844"/>
              <a:gd name="connsiteY2" fmla="*/ 8345674 h 8345674"/>
              <a:gd name="connsiteX3" fmla="*/ 0 w 5936844"/>
              <a:gd name="connsiteY3" fmla="*/ 6912436 h 8345674"/>
              <a:gd name="connsiteX4" fmla="*/ 0 w 5936844"/>
              <a:gd name="connsiteY4" fmla="*/ 1057497 h 8345674"/>
              <a:gd name="connsiteX5" fmla="*/ 1057497 w 5936844"/>
              <a:gd name="connsiteY5" fmla="*/ 0 h 834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6844" h="8345674">
                <a:moveTo>
                  <a:pt x="1924283" y="0"/>
                </a:moveTo>
                <a:lnTo>
                  <a:pt x="5936844" y="2571901"/>
                </a:lnTo>
                <a:lnTo>
                  <a:pt x="2236072" y="8345674"/>
                </a:lnTo>
                <a:lnTo>
                  <a:pt x="0" y="6912436"/>
                </a:lnTo>
                <a:lnTo>
                  <a:pt x="0" y="1057497"/>
                </a:lnTo>
                <a:cubicBezTo>
                  <a:pt x="0" y="473458"/>
                  <a:pt x="473458" y="0"/>
                  <a:pt x="1057497" y="0"/>
                </a:cubicBez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TextBox 15">
            <a:extLst>
              <a:ext uri="{FF2B5EF4-FFF2-40B4-BE49-F238E27FC236}">
                <a16:creationId xmlns:a16="http://schemas.microsoft.com/office/drawing/2014/main" id="{D03EC524-4AE2-4D12-B62A-7B8869D0744C}"/>
              </a:ext>
            </a:extLst>
          </p:cNvPr>
          <p:cNvSpPr txBox="1"/>
          <p:nvPr/>
        </p:nvSpPr>
        <p:spPr>
          <a:xfrm>
            <a:off x="320040" y="502920"/>
            <a:ext cx="5007680" cy="369332"/>
          </a:xfrm>
          <a:prstGeom prst="rect">
            <a:avLst/>
          </a:prstGeom>
          <a:noFill/>
        </p:spPr>
        <p:txBody>
          <a:bodyPr wrap="square" rtlCol="0">
            <a:spAutoFit/>
          </a:bodyPr>
          <a:lstStyle/>
          <a:p>
            <a:endParaRPr lang="en-US" dirty="0">
              <a:latin typeface="Arial Rounded MT Bold" panose="020F0704030504030204" pitchFamily="34" charset="0"/>
            </a:endParaRPr>
          </a:p>
        </p:txBody>
      </p:sp>
      <p:sp>
        <p:nvSpPr>
          <p:cNvPr id="18" name="TextBox 17">
            <a:extLst>
              <a:ext uri="{FF2B5EF4-FFF2-40B4-BE49-F238E27FC236}">
                <a16:creationId xmlns:a16="http://schemas.microsoft.com/office/drawing/2014/main" id="{F58FB060-0DAB-4D09-B20C-C460083437EB}"/>
              </a:ext>
            </a:extLst>
          </p:cNvPr>
          <p:cNvSpPr txBox="1"/>
          <p:nvPr/>
        </p:nvSpPr>
        <p:spPr>
          <a:xfrm>
            <a:off x="296899" y="136525"/>
            <a:ext cx="6463425" cy="3447098"/>
          </a:xfrm>
          <a:prstGeom prst="rect">
            <a:avLst/>
          </a:prstGeom>
          <a:noFill/>
          <a:ln>
            <a:noFill/>
          </a:ln>
        </p:spPr>
        <p:txBody>
          <a:bodyPr wrap="square" rtlCol="0">
            <a:spAutoFit/>
          </a:bodyPr>
          <a:lstStyle/>
          <a:p>
            <a:r>
              <a:rPr lang="en-US" sz="2800" b="1" dirty="0"/>
              <a:t>FUNCTIONAL FEATURES:</a:t>
            </a:r>
            <a:endParaRPr lang="en-US" sz="2800" dirty="0"/>
          </a:p>
          <a:p>
            <a:pPr>
              <a:buFont typeface="Arial" panose="020B0604020202020204" pitchFamily="34" charset="0"/>
              <a:buChar char="•"/>
            </a:pPr>
            <a:r>
              <a:rPr lang="en-US" sz="2800" u="sng" dirty="0">
                <a:latin typeface="Times New Roman" panose="02020603050405020304" pitchFamily="18" charset="0"/>
                <a:cs typeface="Times New Roman" panose="02020603050405020304" pitchFamily="18" charset="0"/>
              </a:rPr>
              <a:t>Add Results</a:t>
            </a:r>
            <a:r>
              <a:rPr lang="en-US" sz="2600" dirty="0">
                <a:latin typeface="Times New Roman" panose="02020603050405020304" pitchFamily="18" charset="0"/>
                <a:cs typeface="Times New Roman" panose="02020603050405020304" pitchFamily="18" charset="0"/>
              </a:rPr>
              <a:t>: Enables users to add new student result records.</a:t>
            </a:r>
          </a:p>
          <a:p>
            <a:pPr>
              <a:buFont typeface="Arial" panose="020B0604020202020204" pitchFamily="34" charset="0"/>
              <a:buChar char="•"/>
            </a:pPr>
            <a:r>
              <a:rPr lang="en-US" sz="2800" u="sng" dirty="0">
                <a:latin typeface="Times New Roman" panose="02020603050405020304" pitchFamily="18" charset="0"/>
                <a:cs typeface="Times New Roman" panose="02020603050405020304" pitchFamily="18" charset="0"/>
              </a:rPr>
              <a:t>View Results</a:t>
            </a:r>
            <a:r>
              <a:rPr lang="en-US" sz="2600" dirty="0">
                <a:latin typeface="Times New Roman" panose="02020603050405020304" pitchFamily="18" charset="0"/>
                <a:cs typeface="Times New Roman" panose="02020603050405020304" pitchFamily="18" charset="0"/>
              </a:rPr>
              <a:t>: Displays student results in a tabular format.</a:t>
            </a:r>
          </a:p>
          <a:p>
            <a:pPr>
              <a:buFont typeface="Arial" panose="020B0604020202020204" pitchFamily="34" charset="0"/>
              <a:buChar char="•"/>
            </a:pPr>
            <a:r>
              <a:rPr lang="en-US" sz="2800" u="sng" dirty="0">
                <a:latin typeface="Times New Roman" panose="02020603050405020304" pitchFamily="18" charset="0"/>
                <a:cs typeface="Times New Roman" panose="02020603050405020304" pitchFamily="18" charset="0"/>
              </a:rPr>
              <a:t>Update and Delete</a:t>
            </a:r>
            <a:r>
              <a:rPr lang="en-US" sz="2600" dirty="0">
                <a:latin typeface="Times New Roman" panose="02020603050405020304" pitchFamily="18" charset="0"/>
                <a:cs typeface="Times New Roman" panose="02020603050405020304" pitchFamily="18" charset="0"/>
              </a:rPr>
              <a:t>: Potential features to update or delete records</a:t>
            </a:r>
            <a:r>
              <a:rPr lang="en-US" sz="2800" dirty="0">
                <a:latin typeface="Times New Roman" panose="02020603050405020304" pitchFamily="18" charset="0"/>
                <a:cs typeface="Times New Roman" panose="02020603050405020304" pitchFamily="18" charset="0"/>
              </a:rPr>
              <a:t>.</a:t>
            </a:r>
          </a:p>
          <a:p>
            <a:endParaRPr lang="en-US" sz="2800" dirty="0"/>
          </a:p>
        </p:txBody>
      </p:sp>
      <p:pic>
        <p:nvPicPr>
          <p:cNvPr id="5" name="Picture 4">
            <a:extLst>
              <a:ext uri="{FF2B5EF4-FFF2-40B4-BE49-F238E27FC236}">
                <a16:creationId xmlns:a16="http://schemas.microsoft.com/office/drawing/2014/main" id="{5EFB7C33-B595-49D2-8FFC-57C3314F3B57}"/>
              </a:ext>
            </a:extLst>
          </p:cNvPr>
          <p:cNvPicPr>
            <a:picLocks noChangeAspect="1"/>
          </p:cNvPicPr>
          <p:nvPr/>
        </p:nvPicPr>
        <p:blipFill>
          <a:blip r:embed="rId2"/>
          <a:stretch>
            <a:fillRect/>
          </a:stretch>
        </p:blipFill>
        <p:spPr>
          <a:xfrm>
            <a:off x="320040" y="3429000"/>
            <a:ext cx="3749582" cy="2670463"/>
          </a:xfrm>
          <a:prstGeom prst="rect">
            <a:avLst/>
          </a:prstGeom>
        </p:spPr>
      </p:pic>
      <p:pic>
        <p:nvPicPr>
          <p:cNvPr id="8" name="Picture 7">
            <a:extLst>
              <a:ext uri="{FF2B5EF4-FFF2-40B4-BE49-F238E27FC236}">
                <a16:creationId xmlns:a16="http://schemas.microsoft.com/office/drawing/2014/main" id="{191BFD47-9D07-40E2-A452-D32811017A16}"/>
              </a:ext>
            </a:extLst>
          </p:cNvPr>
          <p:cNvPicPr>
            <a:picLocks noChangeAspect="1"/>
          </p:cNvPicPr>
          <p:nvPr/>
        </p:nvPicPr>
        <p:blipFill>
          <a:blip r:embed="rId3"/>
          <a:stretch>
            <a:fillRect/>
          </a:stretch>
        </p:blipFill>
        <p:spPr>
          <a:xfrm>
            <a:off x="4495663" y="3415829"/>
            <a:ext cx="3812919" cy="2683634"/>
          </a:xfrm>
          <a:prstGeom prst="rect">
            <a:avLst/>
          </a:prstGeom>
        </p:spPr>
      </p:pic>
    </p:spTree>
    <p:extLst>
      <p:ext uri="{BB962C8B-B14F-4D97-AF65-F5344CB8AC3E}">
        <p14:creationId xmlns:p14="http://schemas.microsoft.com/office/powerpoint/2010/main" val="2694864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FCB8722-00D2-481C-A4E4-DAC0B2F83162}"/>
              </a:ext>
            </a:extLst>
          </p:cNvPr>
          <p:cNvSpPr>
            <a:spLocks noGrp="1"/>
          </p:cNvSpPr>
          <p:nvPr>
            <p:ph type="ftr" sz="quarter" idx="11"/>
          </p:nvPr>
        </p:nvSpPr>
        <p:spPr>
          <a:xfrm>
            <a:off x="152400" y="5244625"/>
            <a:ext cx="4114800" cy="365125"/>
          </a:xfrm>
        </p:spPr>
        <p:txBody>
          <a:bodyPr/>
          <a:lstStyle/>
          <a:p>
            <a:r>
              <a:rPr lang="en-US"/>
              <a:t>1</a:t>
            </a:r>
          </a:p>
        </p:txBody>
      </p:sp>
      <p:sp>
        <p:nvSpPr>
          <p:cNvPr id="3" name="Slide Number Placeholder 2">
            <a:extLst>
              <a:ext uri="{FF2B5EF4-FFF2-40B4-BE49-F238E27FC236}">
                <a16:creationId xmlns:a16="http://schemas.microsoft.com/office/drawing/2014/main" id="{AD2EF136-92A4-4ED1-83E5-4C1DE7F7DAC3}"/>
              </a:ext>
            </a:extLst>
          </p:cNvPr>
          <p:cNvSpPr>
            <a:spLocks noGrp="1"/>
          </p:cNvSpPr>
          <p:nvPr>
            <p:ph type="sldNum" sz="quarter" idx="12"/>
          </p:nvPr>
        </p:nvSpPr>
        <p:spPr/>
        <p:txBody>
          <a:bodyPr/>
          <a:lstStyle/>
          <a:p>
            <a:fld id="{653047B3-57EC-4768-BF69-42BFFF0DB0C3}" type="slidenum">
              <a:rPr lang="en-US" smtClean="0"/>
              <a:t>5</a:t>
            </a:fld>
            <a:endParaRPr lang="en-US"/>
          </a:p>
        </p:txBody>
      </p:sp>
      <p:sp>
        <p:nvSpPr>
          <p:cNvPr id="7" name="Rectangle 6">
            <a:extLst>
              <a:ext uri="{FF2B5EF4-FFF2-40B4-BE49-F238E27FC236}">
                <a16:creationId xmlns:a16="http://schemas.microsoft.com/office/drawing/2014/main" id="{7AF46F5A-255B-4F93-9450-1A166F06A4EA}"/>
              </a:ext>
            </a:extLst>
          </p:cNvPr>
          <p:cNvSpPr/>
          <p:nvPr/>
        </p:nvSpPr>
        <p:spPr>
          <a:xfrm>
            <a:off x="0" y="0"/>
            <a:ext cx="6601968" cy="2944368"/>
          </a:xfrm>
          <a:custGeom>
            <a:avLst/>
            <a:gdLst>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575560">
                <a:moveTo>
                  <a:pt x="0" y="0"/>
                </a:moveTo>
                <a:lnTo>
                  <a:pt x="12192000" y="0"/>
                </a:lnTo>
                <a:cubicBezTo>
                  <a:pt x="11503068" y="837916"/>
                  <a:pt x="11049418" y="1686560"/>
                  <a:pt x="12192000" y="2575560"/>
                </a:cubicBezTo>
                <a:cubicBezTo>
                  <a:pt x="8128000" y="2575560"/>
                  <a:pt x="3058160" y="655320"/>
                  <a:pt x="0" y="2575560"/>
                </a:cubicBezTo>
                <a:lnTo>
                  <a:pt x="0" y="0"/>
                </a:ln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6">
            <a:extLst>
              <a:ext uri="{FF2B5EF4-FFF2-40B4-BE49-F238E27FC236}">
                <a16:creationId xmlns:a16="http://schemas.microsoft.com/office/drawing/2014/main" id="{4F9C22E9-050F-4F63-9F3D-4D27FB216D1F}"/>
              </a:ext>
            </a:extLst>
          </p:cNvPr>
          <p:cNvSpPr/>
          <p:nvPr/>
        </p:nvSpPr>
        <p:spPr>
          <a:xfrm>
            <a:off x="15240" y="-30699"/>
            <a:ext cx="6080760" cy="2737323"/>
          </a:xfrm>
          <a:custGeom>
            <a:avLst/>
            <a:gdLst>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 name="connsiteX0" fmla="*/ 0 w 12192000"/>
              <a:gd name="connsiteY0" fmla="*/ 0 h 2575560"/>
              <a:gd name="connsiteX1" fmla="*/ 12192000 w 12192000"/>
              <a:gd name="connsiteY1" fmla="*/ 0 h 2575560"/>
              <a:gd name="connsiteX2" fmla="*/ 12192000 w 12192000"/>
              <a:gd name="connsiteY2" fmla="*/ 2575560 h 2575560"/>
              <a:gd name="connsiteX3" fmla="*/ 0 w 12192000"/>
              <a:gd name="connsiteY3" fmla="*/ 2575560 h 2575560"/>
              <a:gd name="connsiteX4" fmla="*/ 0 w 12192000"/>
              <a:gd name="connsiteY4" fmla="*/ 0 h 2575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575560">
                <a:moveTo>
                  <a:pt x="0" y="0"/>
                </a:moveTo>
                <a:lnTo>
                  <a:pt x="12192000" y="0"/>
                </a:lnTo>
                <a:cubicBezTo>
                  <a:pt x="11503068" y="837916"/>
                  <a:pt x="11049418" y="1686560"/>
                  <a:pt x="12192000" y="2575560"/>
                </a:cubicBezTo>
                <a:cubicBezTo>
                  <a:pt x="8128000" y="2575560"/>
                  <a:pt x="3058160" y="655320"/>
                  <a:pt x="0" y="2575560"/>
                </a:cubicBezTo>
                <a:lnTo>
                  <a:pt x="0" y="0"/>
                </a:lnTo>
                <a:close/>
              </a:path>
            </a:pathLst>
          </a:cu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6B954F7-1B0E-47CA-9A16-4451A8601115}"/>
              </a:ext>
            </a:extLst>
          </p:cNvPr>
          <p:cNvSpPr/>
          <p:nvPr/>
        </p:nvSpPr>
        <p:spPr>
          <a:xfrm>
            <a:off x="-3002280" y="381000"/>
            <a:ext cx="45719"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DE85F27A-5DC1-428B-BF7B-EF4AA0640BAD}"/>
              </a:ext>
            </a:extLst>
          </p:cNvPr>
          <p:cNvSpPr/>
          <p:nvPr/>
        </p:nvSpPr>
        <p:spPr>
          <a:xfrm>
            <a:off x="10022036" y="4864607"/>
            <a:ext cx="2450380" cy="232257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B498B83F-0BB9-4140-B544-F4AC46C45C82}"/>
              </a:ext>
            </a:extLst>
          </p:cNvPr>
          <p:cNvSpPr/>
          <p:nvPr/>
        </p:nvSpPr>
        <p:spPr>
          <a:xfrm>
            <a:off x="10415016" y="5175504"/>
            <a:ext cx="1776985" cy="1682496"/>
          </a:xfrm>
          <a:custGeom>
            <a:avLst/>
            <a:gdLst>
              <a:gd name="connsiteX0" fmla="*/ 1292263 w 1993303"/>
              <a:gd name="connsiteY0" fmla="*/ 0 h 2078770"/>
              <a:gd name="connsiteX1" fmla="*/ 1908232 w 1993303"/>
              <a:gd name="connsiteY1" fmla="*/ 157726 h 2078770"/>
              <a:gd name="connsiteX2" fmla="*/ 1993303 w 1993303"/>
              <a:gd name="connsiteY2" fmla="*/ 209990 h 2078770"/>
              <a:gd name="connsiteX3" fmla="*/ 1993303 w 1993303"/>
              <a:gd name="connsiteY3" fmla="*/ 2078770 h 2078770"/>
              <a:gd name="connsiteX4" fmla="*/ 251237 w 1993303"/>
              <a:gd name="connsiteY4" fmla="*/ 2078770 h 2078770"/>
              <a:gd name="connsiteX5" fmla="*/ 220698 w 1993303"/>
              <a:gd name="connsiteY5" fmla="*/ 2037471 h 2078770"/>
              <a:gd name="connsiteX6" fmla="*/ 0 w 1993303"/>
              <a:gd name="connsiteY6" fmla="*/ 1306817 h 2078770"/>
              <a:gd name="connsiteX7" fmla="*/ 1292263 w 1993303"/>
              <a:gd name="connsiteY7" fmla="*/ 0 h 2078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93303" h="2078770">
                <a:moveTo>
                  <a:pt x="1292263" y="0"/>
                </a:moveTo>
                <a:cubicBezTo>
                  <a:pt x="1515293" y="0"/>
                  <a:pt x="1725127" y="57137"/>
                  <a:pt x="1908232" y="157726"/>
                </a:cubicBezTo>
                <a:lnTo>
                  <a:pt x="1993303" y="209990"/>
                </a:lnTo>
                <a:lnTo>
                  <a:pt x="1993303" y="2078770"/>
                </a:lnTo>
                <a:lnTo>
                  <a:pt x="251237" y="2078770"/>
                </a:lnTo>
                <a:lnTo>
                  <a:pt x="220698" y="2037471"/>
                </a:lnTo>
                <a:cubicBezTo>
                  <a:pt x="81361" y="1828902"/>
                  <a:pt x="0" y="1577468"/>
                  <a:pt x="0" y="1306817"/>
                </a:cubicBezTo>
                <a:cubicBezTo>
                  <a:pt x="0" y="585082"/>
                  <a:pt x="578566" y="0"/>
                  <a:pt x="1292263" y="0"/>
                </a:cubicBez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TextBox 19">
            <a:extLst>
              <a:ext uri="{FF2B5EF4-FFF2-40B4-BE49-F238E27FC236}">
                <a16:creationId xmlns:a16="http://schemas.microsoft.com/office/drawing/2014/main" id="{1CF9A65F-FD36-46A7-BDD6-AE9753DFDC88}"/>
              </a:ext>
            </a:extLst>
          </p:cNvPr>
          <p:cNvSpPr txBox="1"/>
          <p:nvPr/>
        </p:nvSpPr>
        <p:spPr>
          <a:xfrm>
            <a:off x="382955" y="2706624"/>
            <a:ext cx="5728285" cy="2985433"/>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DATA MANAGEMENT:</a:t>
            </a:r>
          </a:p>
          <a:p>
            <a:endParaRPr lang="en-US" dirty="0"/>
          </a:p>
          <a:p>
            <a:pPr>
              <a:buFont typeface="Arial" panose="020B0604020202020204" pitchFamily="34" charset="0"/>
              <a:buChar char="•"/>
            </a:pPr>
            <a:r>
              <a:rPr lang="en-US" sz="2600" u="sng" dirty="0">
                <a:latin typeface="Times New Roman" panose="02020603050405020304" pitchFamily="18" charset="0"/>
                <a:cs typeface="Times New Roman" panose="02020603050405020304" pitchFamily="18" charset="0"/>
              </a:rPr>
              <a:t>Data Validation</a:t>
            </a:r>
            <a:r>
              <a:rPr lang="en-US" dirty="0"/>
              <a:t>:</a:t>
            </a:r>
          </a:p>
          <a:p>
            <a:r>
              <a:rPr lang="en-US" dirty="0"/>
              <a:t>             </a:t>
            </a:r>
            <a:r>
              <a:rPr lang="en-US" sz="2400" dirty="0">
                <a:latin typeface="Times New Roman" panose="02020603050405020304" pitchFamily="18" charset="0"/>
                <a:cs typeface="Times New Roman" panose="02020603050405020304" pitchFamily="18" charset="0"/>
              </a:rPr>
              <a:t>Ensures the correctness of data entered.</a:t>
            </a:r>
          </a:p>
          <a:p>
            <a:endParaRPr lang="en-US" dirty="0"/>
          </a:p>
          <a:p>
            <a:pPr>
              <a:buFont typeface="Arial" panose="020B0604020202020204" pitchFamily="34" charset="0"/>
              <a:buChar char="•"/>
            </a:pPr>
            <a:r>
              <a:rPr lang="en-US" sz="2600" u="sng" dirty="0">
                <a:latin typeface="Times New Roman" panose="02020603050405020304" pitchFamily="18" charset="0"/>
                <a:cs typeface="Times New Roman" panose="02020603050405020304" pitchFamily="18" charset="0"/>
              </a:rPr>
              <a:t>Error Handling</a:t>
            </a:r>
            <a:r>
              <a:rPr lang="en-US" sz="2600" dirty="0">
                <a:latin typeface="Times New Roman" panose="02020603050405020304" pitchFamily="18" charset="0"/>
                <a:cs typeface="Times New Roman" panose="02020603050405020304" pitchFamily="18" charset="0"/>
              </a:rPr>
              <a:t>:</a:t>
            </a:r>
          </a:p>
          <a:p>
            <a:r>
              <a:rPr lang="en-US" dirty="0"/>
              <a:t>              </a:t>
            </a:r>
            <a:r>
              <a:rPr lang="en-US" sz="2400" dirty="0">
                <a:latin typeface="Times New Roman" panose="02020603050405020304" pitchFamily="18" charset="0"/>
                <a:cs typeface="Times New Roman" panose="02020603050405020304" pitchFamily="18" charset="0"/>
              </a:rPr>
              <a:t>Provides error messages in case of issues.</a:t>
            </a:r>
          </a:p>
        </p:txBody>
      </p:sp>
      <p:pic>
        <p:nvPicPr>
          <p:cNvPr id="6" name="Picture 5">
            <a:extLst>
              <a:ext uri="{FF2B5EF4-FFF2-40B4-BE49-F238E27FC236}">
                <a16:creationId xmlns:a16="http://schemas.microsoft.com/office/drawing/2014/main" id="{5759C63B-A927-48FD-AD91-6A0900484791}"/>
              </a:ext>
            </a:extLst>
          </p:cNvPr>
          <p:cNvPicPr>
            <a:picLocks noChangeAspect="1"/>
          </p:cNvPicPr>
          <p:nvPr/>
        </p:nvPicPr>
        <p:blipFill>
          <a:blip r:embed="rId4"/>
          <a:stretch>
            <a:fillRect/>
          </a:stretch>
        </p:blipFill>
        <p:spPr>
          <a:xfrm>
            <a:off x="6784308" y="2217172"/>
            <a:ext cx="3630707" cy="2322577"/>
          </a:xfrm>
          <a:prstGeom prst="rect">
            <a:avLst/>
          </a:prstGeom>
        </p:spPr>
      </p:pic>
    </p:spTree>
    <p:extLst>
      <p:ext uri="{BB962C8B-B14F-4D97-AF65-F5344CB8AC3E}">
        <p14:creationId xmlns:p14="http://schemas.microsoft.com/office/powerpoint/2010/main" val="3936760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29D5421-5401-4EF7-9A55-3E0DDEBF8484}"/>
              </a:ext>
            </a:extLst>
          </p:cNvPr>
          <p:cNvSpPr>
            <a:spLocks noGrp="1"/>
          </p:cNvSpPr>
          <p:nvPr>
            <p:ph type="ftr" sz="quarter" idx="11"/>
          </p:nvPr>
        </p:nvSpPr>
        <p:spPr/>
        <p:txBody>
          <a:bodyPr/>
          <a:lstStyle/>
          <a:p>
            <a:r>
              <a:rPr lang="en-US" dirty="0"/>
              <a:t>1</a:t>
            </a:r>
          </a:p>
        </p:txBody>
      </p:sp>
      <p:sp>
        <p:nvSpPr>
          <p:cNvPr id="3" name="Slide Number Placeholder 2">
            <a:extLst>
              <a:ext uri="{FF2B5EF4-FFF2-40B4-BE49-F238E27FC236}">
                <a16:creationId xmlns:a16="http://schemas.microsoft.com/office/drawing/2014/main" id="{C7E2CF8F-A70B-4812-A956-A12D0745DC37}"/>
              </a:ext>
            </a:extLst>
          </p:cNvPr>
          <p:cNvSpPr>
            <a:spLocks noGrp="1"/>
          </p:cNvSpPr>
          <p:nvPr>
            <p:ph type="sldNum" sz="quarter" idx="12"/>
          </p:nvPr>
        </p:nvSpPr>
        <p:spPr/>
        <p:txBody>
          <a:bodyPr/>
          <a:lstStyle/>
          <a:p>
            <a:fld id="{653047B3-57EC-4768-BF69-42BFFF0DB0C3}" type="slidenum">
              <a:rPr lang="en-US" smtClean="0"/>
              <a:t>6</a:t>
            </a:fld>
            <a:endParaRPr lang="en-US"/>
          </a:p>
        </p:txBody>
      </p:sp>
      <p:sp>
        <p:nvSpPr>
          <p:cNvPr id="9" name="Freeform: Shape 8">
            <a:extLst>
              <a:ext uri="{FF2B5EF4-FFF2-40B4-BE49-F238E27FC236}">
                <a16:creationId xmlns:a16="http://schemas.microsoft.com/office/drawing/2014/main" id="{F42CDDC3-92FF-4127-BFC0-5DCC95726DE0}"/>
              </a:ext>
            </a:extLst>
          </p:cNvPr>
          <p:cNvSpPr/>
          <p:nvPr/>
        </p:nvSpPr>
        <p:spPr>
          <a:xfrm>
            <a:off x="7650480" y="2392680"/>
            <a:ext cx="4541520" cy="4465320"/>
          </a:xfrm>
          <a:custGeom>
            <a:avLst/>
            <a:gdLst>
              <a:gd name="connsiteX0" fmla="*/ 2758440 w 4411980"/>
              <a:gd name="connsiteY0" fmla="*/ 0 h 4347210"/>
              <a:gd name="connsiteX1" fmla="*/ 4300710 w 4411980"/>
              <a:gd name="connsiteY1" fmla="*/ 452879 h 4347210"/>
              <a:gd name="connsiteX2" fmla="*/ 4411980 w 4411980"/>
              <a:gd name="connsiteY2" fmla="*/ 532868 h 4347210"/>
              <a:gd name="connsiteX3" fmla="*/ 4411980 w 4411980"/>
              <a:gd name="connsiteY3" fmla="*/ 4347210 h 4347210"/>
              <a:gd name="connsiteX4" fmla="*/ 638104 w 4411980"/>
              <a:gd name="connsiteY4" fmla="*/ 4347210 h 4347210"/>
              <a:gd name="connsiteX5" fmla="*/ 629894 w 4411980"/>
              <a:gd name="connsiteY5" fmla="*/ 4338526 h 4347210"/>
              <a:gd name="connsiteX6" fmla="*/ 0 w 4411980"/>
              <a:gd name="connsiteY6" fmla="*/ 2651760 h 4347210"/>
              <a:gd name="connsiteX7" fmla="*/ 2758440 w 4411980"/>
              <a:gd name="connsiteY7" fmla="*/ 0 h 434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1980" h="4347210">
                <a:moveTo>
                  <a:pt x="2758440" y="0"/>
                </a:moveTo>
                <a:cubicBezTo>
                  <a:pt x="3329732" y="0"/>
                  <a:pt x="3860460" y="166955"/>
                  <a:pt x="4300710" y="452879"/>
                </a:cubicBezTo>
                <a:lnTo>
                  <a:pt x="4411980" y="532868"/>
                </a:lnTo>
                <a:lnTo>
                  <a:pt x="4411980" y="4347210"/>
                </a:lnTo>
                <a:lnTo>
                  <a:pt x="638104" y="4347210"/>
                </a:lnTo>
                <a:lnTo>
                  <a:pt x="629894" y="4338526"/>
                </a:lnTo>
                <a:cubicBezTo>
                  <a:pt x="236386" y="3880146"/>
                  <a:pt x="0" y="3292491"/>
                  <a:pt x="0" y="2651760"/>
                </a:cubicBezTo>
                <a:cubicBezTo>
                  <a:pt x="0" y="1187233"/>
                  <a:pt x="1234996" y="0"/>
                  <a:pt x="2758440" y="0"/>
                </a:cubicBez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8F5010C5-4B81-4C6B-9C19-BE375D212C48}"/>
              </a:ext>
            </a:extLst>
          </p:cNvPr>
          <p:cNvSpPr/>
          <p:nvPr/>
        </p:nvSpPr>
        <p:spPr>
          <a:xfrm>
            <a:off x="7780020" y="2510790"/>
            <a:ext cx="4411980" cy="4347210"/>
          </a:xfrm>
          <a:custGeom>
            <a:avLst/>
            <a:gdLst>
              <a:gd name="connsiteX0" fmla="*/ 2758440 w 4411980"/>
              <a:gd name="connsiteY0" fmla="*/ 0 h 4347210"/>
              <a:gd name="connsiteX1" fmla="*/ 4300710 w 4411980"/>
              <a:gd name="connsiteY1" fmla="*/ 452879 h 4347210"/>
              <a:gd name="connsiteX2" fmla="*/ 4411980 w 4411980"/>
              <a:gd name="connsiteY2" fmla="*/ 532868 h 4347210"/>
              <a:gd name="connsiteX3" fmla="*/ 4411980 w 4411980"/>
              <a:gd name="connsiteY3" fmla="*/ 4347210 h 4347210"/>
              <a:gd name="connsiteX4" fmla="*/ 638104 w 4411980"/>
              <a:gd name="connsiteY4" fmla="*/ 4347210 h 4347210"/>
              <a:gd name="connsiteX5" fmla="*/ 629894 w 4411980"/>
              <a:gd name="connsiteY5" fmla="*/ 4338526 h 4347210"/>
              <a:gd name="connsiteX6" fmla="*/ 0 w 4411980"/>
              <a:gd name="connsiteY6" fmla="*/ 2651760 h 4347210"/>
              <a:gd name="connsiteX7" fmla="*/ 2758440 w 4411980"/>
              <a:gd name="connsiteY7" fmla="*/ 0 h 434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1980" h="4347210">
                <a:moveTo>
                  <a:pt x="2758440" y="0"/>
                </a:moveTo>
                <a:cubicBezTo>
                  <a:pt x="3329732" y="0"/>
                  <a:pt x="3860460" y="166955"/>
                  <a:pt x="4300710" y="452879"/>
                </a:cubicBezTo>
                <a:lnTo>
                  <a:pt x="4411980" y="532868"/>
                </a:lnTo>
                <a:lnTo>
                  <a:pt x="4411980" y="4347210"/>
                </a:lnTo>
                <a:lnTo>
                  <a:pt x="638104" y="4347210"/>
                </a:lnTo>
                <a:lnTo>
                  <a:pt x="629894" y="4338526"/>
                </a:lnTo>
                <a:cubicBezTo>
                  <a:pt x="236386" y="3880146"/>
                  <a:pt x="0" y="3292491"/>
                  <a:pt x="0" y="2651760"/>
                </a:cubicBezTo>
                <a:cubicBezTo>
                  <a:pt x="0" y="1187233"/>
                  <a:pt x="1234996" y="0"/>
                  <a:pt x="2758440" y="0"/>
                </a:cubicBezTo>
                <a:close/>
              </a:path>
            </a:pathLst>
          </a:cu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Rectangle 9">
            <a:extLst>
              <a:ext uri="{FF2B5EF4-FFF2-40B4-BE49-F238E27FC236}">
                <a16:creationId xmlns:a16="http://schemas.microsoft.com/office/drawing/2014/main" id="{6419CDEC-DCBA-4A3F-82E5-DBB8F8C3181A}"/>
              </a:ext>
            </a:extLst>
          </p:cNvPr>
          <p:cNvSpPr/>
          <p:nvPr/>
        </p:nvSpPr>
        <p:spPr>
          <a:xfrm>
            <a:off x="0" y="0"/>
            <a:ext cx="5730240" cy="990600"/>
          </a:xfrm>
          <a:custGeom>
            <a:avLst/>
            <a:gdLst>
              <a:gd name="connsiteX0" fmla="*/ 0 w 5730240"/>
              <a:gd name="connsiteY0" fmla="*/ 0 h 990600"/>
              <a:gd name="connsiteX1" fmla="*/ 5730240 w 5730240"/>
              <a:gd name="connsiteY1" fmla="*/ 0 h 990600"/>
              <a:gd name="connsiteX2" fmla="*/ 5730240 w 5730240"/>
              <a:gd name="connsiteY2" fmla="*/ 990600 h 990600"/>
              <a:gd name="connsiteX3" fmla="*/ 0 w 5730240"/>
              <a:gd name="connsiteY3" fmla="*/ 990600 h 990600"/>
              <a:gd name="connsiteX4" fmla="*/ 0 w 5730240"/>
              <a:gd name="connsiteY4" fmla="*/ 0 h 990600"/>
              <a:gd name="connsiteX0" fmla="*/ 0 w 5730240"/>
              <a:gd name="connsiteY0" fmla="*/ 0 h 990600"/>
              <a:gd name="connsiteX1" fmla="*/ 5730240 w 5730240"/>
              <a:gd name="connsiteY1" fmla="*/ 0 h 990600"/>
              <a:gd name="connsiteX2" fmla="*/ 5730240 w 5730240"/>
              <a:gd name="connsiteY2" fmla="*/ 990600 h 990600"/>
              <a:gd name="connsiteX3" fmla="*/ 0 w 5730240"/>
              <a:gd name="connsiteY3" fmla="*/ 990600 h 990600"/>
              <a:gd name="connsiteX4" fmla="*/ 0 w 5730240"/>
              <a:gd name="connsiteY4" fmla="*/ 0 h 990600"/>
              <a:gd name="connsiteX0" fmla="*/ 0 w 5730240"/>
              <a:gd name="connsiteY0" fmla="*/ 0 h 990600"/>
              <a:gd name="connsiteX1" fmla="*/ 5730240 w 5730240"/>
              <a:gd name="connsiteY1" fmla="*/ 0 h 990600"/>
              <a:gd name="connsiteX2" fmla="*/ 5730240 w 5730240"/>
              <a:gd name="connsiteY2" fmla="*/ 990600 h 990600"/>
              <a:gd name="connsiteX3" fmla="*/ 0 w 5730240"/>
              <a:gd name="connsiteY3" fmla="*/ 990600 h 990600"/>
              <a:gd name="connsiteX4" fmla="*/ 0 w 5730240"/>
              <a:gd name="connsiteY4" fmla="*/ 0 h 990600"/>
              <a:gd name="connsiteX0" fmla="*/ 0 w 5730240"/>
              <a:gd name="connsiteY0" fmla="*/ 0 h 990600"/>
              <a:gd name="connsiteX1" fmla="*/ 5730240 w 5730240"/>
              <a:gd name="connsiteY1" fmla="*/ 0 h 990600"/>
              <a:gd name="connsiteX2" fmla="*/ 5730240 w 5730240"/>
              <a:gd name="connsiteY2" fmla="*/ 990600 h 990600"/>
              <a:gd name="connsiteX3" fmla="*/ 0 w 5730240"/>
              <a:gd name="connsiteY3" fmla="*/ 990600 h 990600"/>
              <a:gd name="connsiteX4" fmla="*/ 0 w 5730240"/>
              <a:gd name="connsiteY4" fmla="*/ 0 h 990600"/>
              <a:gd name="connsiteX0" fmla="*/ 0 w 5730240"/>
              <a:gd name="connsiteY0" fmla="*/ 0 h 990600"/>
              <a:gd name="connsiteX1" fmla="*/ 5730240 w 5730240"/>
              <a:gd name="connsiteY1" fmla="*/ 0 h 990600"/>
              <a:gd name="connsiteX2" fmla="*/ 5730240 w 5730240"/>
              <a:gd name="connsiteY2" fmla="*/ 990600 h 990600"/>
              <a:gd name="connsiteX3" fmla="*/ 0 w 5730240"/>
              <a:gd name="connsiteY3" fmla="*/ 990600 h 990600"/>
              <a:gd name="connsiteX4" fmla="*/ 0 w 5730240"/>
              <a:gd name="connsiteY4" fmla="*/ 0 h 990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0240" h="990600">
                <a:moveTo>
                  <a:pt x="0" y="0"/>
                </a:moveTo>
                <a:lnTo>
                  <a:pt x="5730240" y="0"/>
                </a:lnTo>
                <a:cubicBezTo>
                  <a:pt x="5029200" y="558800"/>
                  <a:pt x="5730240" y="660400"/>
                  <a:pt x="5730240" y="990600"/>
                </a:cubicBezTo>
                <a:cubicBezTo>
                  <a:pt x="3820160" y="990600"/>
                  <a:pt x="3205480" y="121920"/>
                  <a:pt x="0" y="990600"/>
                </a:cubicBezTo>
                <a:lnTo>
                  <a:pt x="0" y="0"/>
                </a:ln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9373C7D-67AC-4909-B66F-D9F9AA2FF7AF}"/>
              </a:ext>
            </a:extLst>
          </p:cNvPr>
          <p:cNvSpPr txBox="1"/>
          <p:nvPr/>
        </p:nvSpPr>
        <p:spPr>
          <a:xfrm>
            <a:off x="1104900" y="1320730"/>
            <a:ext cx="6166338" cy="4339650"/>
          </a:xfrm>
          <a:prstGeom prst="rect">
            <a:avLst/>
          </a:prstGeom>
          <a:noFill/>
        </p:spPr>
        <p:txBody>
          <a:bodyPr wrap="square" rtlCol="0">
            <a:spAutoFit/>
          </a:bodyPr>
          <a:lstStyle/>
          <a:p>
            <a:endParaRPr lang="en-US" sz="2400" b="1" dirty="0"/>
          </a:p>
          <a:p>
            <a:r>
              <a:rPr lang="en-US" sz="2800" b="1" dirty="0">
                <a:latin typeface="Times New Roman" panose="02020603050405020304" pitchFamily="18" charset="0"/>
                <a:cs typeface="Times New Roman" panose="02020603050405020304" pitchFamily="18" charset="0"/>
              </a:rPr>
              <a:t>USABILITY AND ACCESIBILITY:</a:t>
            </a:r>
          </a:p>
          <a:p>
            <a:endParaRPr lang="en-US" sz="2400" dirty="0"/>
          </a:p>
          <a:p>
            <a:pPr>
              <a:buFont typeface="Arial" panose="020B0604020202020204" pitchFamily="34" charset="0"/>
              <a:buChar char="•"/>
            </a:pPr>
            <a:r>
              <a:rPr lang="en-US" sz="2600" u="sng" dirty="0">
                <a:latin typeface="Times New Roman" panose="02020603050405020304" pitchFamily="18" charset="0"/>
                <a:cs typeface="Times New Roman" panose="02020603050405020304" pitchFamily="18" charset="0"/>
              </a:rPr>
              <a:t>User Feedback</a:t>
            </a:r>
            <a:r>
              <a:rPr lang="en-US" sz="2600" dirty="0">
                <a:latin typeface="Times New Roman" panose="02020603050405020304" pitchFamily="18" charset="0"/>
                <a:cs typeface="Times New Roman" panose="02020603050405020304" pitchFamily="18" charset="0"/>
              </a:rPr>
              <a:t>:</a:t>
            </a:r>
          </a:p>
          <a:p>
            <a:r>
              <a:rPr lang="en-US" sz="2400" dirty="0"/>
              <a:t>            </a:t>
            </a:r>
            <a:r>
              <a:rPr lang="en-US" sz="2400" dirty="0">
                <a:latin typeface="Times New Roman" panose="02020603050405020304" pitchFamily="18" charset="0"/>
                <a:cs typeface="Times New Roman" panose="02020603050405020304" pitchFamily="18" charset="0"/>
              </a:rPr>
              <a:t>Informative messages upon successful data insertion or updates.</a:t>
            </a:r>
            <a:endParaRPr lang="en-US" sz="2600" dirty="0">
              <a:latin typeface="Times New Roman" panose="02020603050405020304" pitchFamily="18" charset="0"/>
              <a:cs typeface="Times New Roman" panose="02020603050405020304" pitchFamily="18" charset="0"/>
            </a:endParaRPr>
          </a:p>
          <a:p>
            <a:endParaRPr lang="en-US" sz="2400" dirty="0"/>
          </a:p>
          <a:p>
            <a:pPr>
              <a:buFont typeface="Arial" panose="020B0604020202020204" pitchFamily="34" charset="0"/>
              <a:buChar char="•"/>
            </a:pPr>
            <a:r>
              <a:rPr lang="en-US" sz="2600" u="sng" dirty="0">
                <a:latin typeface="Times New Roman" panose="02020603050405020304" pitchFamily="18" charset="0"/>
                <a:cs typeface="Times New Roman" panose="02020603050405020304" pitchFamily="18" charset="0"/>
              </a:rPr>
              <a:t>Responsive Design</a:t>
            </a:r>
            <a:r>
              <a:rPr lang="en-US" sz="2600" dirty="0">
                <a:latin typeface="Times New Roman" panose="02020603050405020304" pitchFamily="18" charset="0"/>
                <a:cs typeface="Times New Roman" panose="02020603050405020304" pitchFamily="18" charset="0"/>
              </a:rPr>
              <a:t>: </a:t>
            </a:r>
          </a:p>
          <a:p>
            <a:r>
              <a:rPr lang="en-US" sz="2400" dirty="0"/>
              <a:t>           </a:t>
            </a:r>
            <a:r>
              <a:rPr lang="en-US" sz="2600" dirty="0">
                <a:latin typeface="Times New Roman" panose="02020603050405020304" pitchFamily="18" charset="0"/>
                <a:cs typeface="Times New Roman" panose="02020603050405020304" pitchFamily="18" charset="0"/>
              </a:rPr>
              <a:t>Accommodating additional features like search functionality or report generation</a:t>
            </a:r>
            <a:r>
              <a:rPr lang="en-US" sz="2600" dirty="0"/>
              <a:t>.</a:t>
            </a:r>
          </a:p>
          <a:p>
            <a:endParaRPr lang="en-US" sz="2400" dirty="0"/>
          </a:p>
        </p:txBody>
      </p:sp>
    </p:spTree>
    <p:extLst>
      <p:ext uri="{BB962C8B-B14F-4D97-AF65-F5344CB8AC3E}">
        <p14:creationId xmlns:p14="http://schemas.microsoft.com/office/powerpoint/2010/main" val="3121148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F598D04-5FB6-4F3B-AA3E-8726BF0C6022}"/>
              </a:ext>
            </a:extLst>
          </p:cNvPr>
          <p:cNvSpPr>
            <a:spLocks noGrp="1"/>
          </p:cNvSpPr>
          <p:nvPr>
            <p:ph type="ftr" sz="quarter" idx="11"/>
          </p:nvPr>
        </p:nvSpPr>
        <p:spPr/>
        <p:txBody>
          <a:bodyPr/>
          <a:lstStyle/>
          <a:p>
            <a:r>
              <a:rPr lang="en-US"/>
              <a:t>1</a:t>
            </a:r>
          </a:p>
        </p:txBody>
      </p:sp>
      <p:sp>
        <p:nvSpPr>
          <p:cNvPr id="3" name="Slide Number Placeholder 2">
            <a:extLst>
              <a:ext uri="{FF2B5EF4-FFF2-40B4-BE49-F238E27FC236}">
                <a16:creationId xmlns:a16="http://schemas.microsoft.com/office/drawing/2014/main" id="{D1A0F8B9-AE25-454A-AE2B-5280D4F70C13}"/>
              </a:ext>
            </a:extLst>
          </p:cNvPr>
          <p:cNvSpPr>
            <a:spLocks noGrp="1"/>
          </p:cNvSpPr>
          <p:nvPr>
            <p:ph type="sldNum" sz="quarter" idx="12"/>
          </p:nvPr>
        </p:nvSpPr>
        <p:spPr/>
        <p:txBody>
          <a:bodyPr/>
          <a:lstStyle/>
          <a:p>
            <a:fld id="{653047B3-57EC-4768-BF69-42BFFF0DB0C3}" type="slidenum">
              <a:rPr lang="en-US" smtClean="0"/>
              <a:t>7</a:t>
            </a:fld>
            <a:endParaRPr lang="en-US"/>
          </a:p>
        </p:txBody>
      </p:sp>
      <p:sp>
        <p:nvSpPr>
          <p:cNvPr id="6" name="Freeform: Shape 5">
            <a:extLst>
              <a:ext uri="{FF2B5EF4-FFF2-40B4-BE49-F238E27FC236}">
                <a16:creationId xmlns:a16="http://schemas.microsoft.com/office/drawing/2014/main" id="{12BC7378-BA96-45EE-807A-1B703D6494BF}"/>
              </a:ext>
            </a:extLst>
          </p:cNvPr>
          <p:cNvSpPr/>
          <p:nvPr/>
        </p:nvSpPr>
        <p:spPr>
          <a:xfrm rot="1059770">
            <a:off x="9160934" y="-824775"/>
            <a:ext cx="4114801" cy="8507550"/>
          </a:xfrm>
          <a:custGeom>
            <a:avLst/>
            <a:gdLst>
              <a:gd name="connsiteX0" fmla="*/ 0 w 4114801"/>
              <a:gd name="connsiteY0" fmla="*/ 1310259 h 8507550"/>
              <a:gd name="connsiteX1" fmla="*/ 4114801 w 4114801"/>
              <a:gd name="connsiteY1" fmla="*/ 0 h 8507550"/>
              <a:gd name="connsiteX2" fmla="*/ 4114801 w 4114801"/>
              <a:gd name="connsiteY2" fmla="*/ 7197290 h 8507550"/>
              <a:gd name="connsiteX3" fmla="*/ 0 w 4114801"/>
              <a:gd name="connsiteY3" fmla="*/ 8507550 h 8507550"/>
            </a:gdLst>
            <a:ahLst/>
            <a:cxnLst>
              <a:cxn ang="0">
                <a:pos x="connsiteX0" y="connsiteY0"/>
              </a:cxn>
              <a:cxn ang="0">
                <a:pos x="connsiteX1" y="connsiteY1"/>
              </a:cxn>
              <a:cxn ang="0">
                <a:pos x="connsiteX2" y="connsiteY2"/>
              </a:cxn>
              <a:cxn ang="0">
                <a:pos x="connsiteX3" y="connsiteY3"/>
              </a:cxn>
            </a:cxnLst>
            <a:rect l="l" t="t" r="r" b="b"/>
            <a:pathLst>
              <a:path w="4114801" h="8507550">
                <a:moveTo>
                  <a:pt x="0" y="1310259"/>
                </a:moveTo>
                <a:lnTo>
                  <a:pt x="4114801" y="0"/>
                </a:lnTo>
                <a:lnTo>
                  <a:pt x="4114801" y="7197290"/>
                </a:lnTo>
                <a:lnTo>
                  <a:pt x="0" y="8507550"/>
                </a:ln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Oval 7">
            <a:extLst>
              <a:ext uri="{FF2B5EF4-FFF2-40B4-BE49-F238E27FC236}">
                <a16:creationId xmlns:a16="http://schemas.microsoft.com/office/drawing/2014/main" id="{09DDA217-300C-4D67-B8D1-C34A57A94A2E}"/>
              </a:ext>
            </a:extLst>
          </p:cNvPr>
          <p:cNvSpPr/>
          <p:nvPr/>
        </p:nvSpPr>
        <p:spPr>
          <a:xfrm rot="1083379">
            <a:off x="9377294" y="1552964"/>
            <a:ext cx="3339302" cy="3821236"/>
          </a:xfrm>
          <a:prstGeom prst="ellipse">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4F96653-976F-4D78-9DAB-CF4C9EAABCFB}"/>
              </a:ext>
            </a:extLst>
          </p:cNvPr>
          <p:cNvSpPr txBox="1"/>
          <p:nvPr/>
        </p:nvSpPr>
        <p:spPr>
          <a:xfrm>
            <a:off x="670560" y="944880"/>
            <a:ext cx="1661160" cy="369332"/>
          </a:xfrm>
          <a:prstGeom prst="rect">
            <a:avLst/>
          </a:prstGeom>
          <a:noFill/>
        </p:spPr>
        <p:txBody>
          <a:bodyPr wrap="square" rtlCol="0">
            <a:spAutoFit/>
          </a:bodyPr>
          <a:lstStyle/>
          <a:p>
            <a:endParaRPr lang="en-US" dirty="0">
              <a:latin typeface="Arial Rounded MT Bold" panose="020F0704030504030204" pitchFamily="34" charset="0"/>
            </a:endParaRPr>
          </a:p>
        </p:txBody>
      </p:sp>
      <p:sp>
        <p:nvSpPr>
          <p:cNvPr id="11" name="Rectangle 10">
            <a:extLst>
              <a:ext uri="{FF2B5EF4-FFF2-40B4-BE49-F238E27FC236}">
                <a16:creationId xmlns:a16="http://schemas.microsoft.com/office/drawing/2014/main" id="{5335B85D-BA1A-4F8F-9D2E-F6D26546E249}"/>
              </a:ext>
            </a:extLst>
          </p:cNvPr>
          <p:cNvSpPr/>
          <p:nvPr/>
        </p:nvSpPr>
        <p:spPr>
          <a:xfrm>
            <a:off x="487680" y="2194560"/>
            <a:ext cx="45719"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DC28A60-82DC-4190-A6BE-A2BB46972BEF}"/>
              </a:ext>
            </a:extLst>
          </p:cNvPr>
          <p:cNvSpPr txBox="1"/>
          <p:nvPr/>
        </p:nvSpPr>
        <p:spPr>
          <a:xfrm>
            <a:off x="897774" y="944880"/>
            <a:ext cx="7348451" cy="5047536"/>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STRUCTURE OF  SRMS:</a:t>
            </a:r>
          </a:p>
          <a:p>
            <a:endParaRPr lang="en-US" dirty="0">
              <a:latin typeface="Times New Roman" panose="02020603050405020304" pitchFamily="18" charset="0"/>
              <a:cs typeface="Times New Roman" panose="02020603050405020304" pitchFamily="18" charset="0"/>
            </a:endParaRPr>
          </a:p>
          <a:p>
            <a:pPr>
              <a:buFont typeface="+mj-lt"/>
              <a:buAutoNum type="arabicPeriod"/>
            </a:pPr>
            <a:r>
              <a:rPr lang="en-US" sz="2600" b="1" dirty="0">
                <a:latin typeface="Times New Roman" panose="02020603050405020304" pitchFamily="18" charset="0"/>
                <a:cs typeface="Times New Roman" panose="02020603050405020304" pitchFamily="18" charset="0"/>
              </a:rPr>
              <a:t>Main Frame (</a:t>
            </a:r>
            <a:r>
              <a:rPr lang="en-US" sz="2600" b="1" dirty="0" err="1">
                <a:latin typeface="Times New Roman" panose="02020603050405020304" pitchFamily="18" charset="0"/>
                <a:cs typeface="Times New Roman" panose="02020603050405020304" pitchFamily="18" charset="0"/>
              </a:rPr>
              <a:t>JFrame</a:t>
            </a:r>
            <a:r>
              <a:rPr lang="en-US" sz="2600" b="1" dirty="0">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Primary window of the application</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Contains navigation elements</a:t>
            </a:r>
          </a:p>
          <a:p>
            <a:pPr lvl="1"/>
            <a:endParaRPr lang="en-US" dirty="0"/>
          </a:p>
          <a:p>
            <a:pPr>
              <a:buFont typeface="+mj-lt"/>
              <a:buAutoNum type="arabicPeriod"/>
            </a:pPr>
            <a:r>
              <a:rPr lang="en-US" sz="2600" b="1" dirty="0">
                <a:latin typeface="Times New Roman" panose="02020603050405020304" pitchFamily="18" charset="0"/>
                <a:cs typeface="Times New Roman" panose="02020603050405020304" pitchFamily="18" charset="0"/>
              </a:rPr>
              <a:t>Forms (</a:t>
            </a:r>
            <a:r>
              <a:rPr lang="en-US" sz="2600" b="1" dirty="0" err="1">
                <a:latin typeface="Times New Roman" panose="02020603050405020304" pitchFamily="18" charset="0"/>
                <a:cs typeface="Times New Roman" panose="02020603050405020304" pitchFamily="18" charset="0"/>
              </a:rPr>
              <a:t>JPanel</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JTextField</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JButton</a:t>
            </a:r>
            <a:r>
              <a:rPr lang="en-US" sz="2600" b="1" dirty="0">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Used for data entry and interaction</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Forms for adding new student results</a:t>
            </a:r>
          </a:p>
          <a:p>
            <a:pPr lvl="1"/>
            <a:endParaRPr lang="en-US" dirty="0"/>
          </a:p>
          <a:p>
            <a:pPr>
              <a:buFont typeface="+mj-lt"/>
              <a:buAutoNum type="arabicPeriod"/>
            </a:pPr>
            <a:r>
              <a:rPr lang="en-US" sz="2600" b="1" dirty="0">
                <a:latin typeface="Times New Roman" panose="02020603050405020304" pitchFamily="18" charset="0"/>
                <a:cs typeface="Times New Roman" panose="02020603050405020304" pitchFamily="18" charset="0"/>
              </a:rPr>
              <a:t>Result Viewing:</a:t>
            </a:r>
            <a:endParaRPr lang="en-US" sz="2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Displays student results in a tabular format</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Uses </a:t>
            </a:r>
            <a:r>
              <a:rPr lang="en-US" sz="2400" dirty="0" err="1">
                <a:latin typeface="Times New Roman" panose="02020603050405020304" pitchFamily="18" charset="0"/>
                <a:cs typeface="Times New Roman" panose="02020603050405020304" pitchFamily="18" charset="0"/>
              </a:rPr>
              <a:t>JScrollPane</a:t>
            </a:r>
            <a:r>
              <a:rPr lang="en-US" sz="2400" dirty="0">
                <a:latin typeface="Times New Roman" panose="02020603050405020304" pitchFamily="18" charset="0"/>
                <a:cs typeface="Times New Roman" panose="02020603050405020304" pitchFamily="18" charset="0"/>
              </a:rPr>
              <a:t> for large records</a:t>
            </a:r>
          </a:p>
          <a:p>
            <a:endParaRPr lang="en-US" dirty="0"/>
          </a:p>
        </p:txBody>
      </p:sp>
    </p:spTree>
    <p:extLst>
      <p:ext uri="{BB962C8B-B14F-4D97-AF65-F5344CB8AC3E}">
        <p14:creationId xmlns:p14="http://schemas.microsoft.com/office/powerpoint/2010/main" val="182137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FB5061D-3CFD-429E-AA96-69D0564E67A7}"/>
              </a:ext>
            </a:extLst>
          </p:cNvPr>
          <p:cNvSpPr>
            <a:spLocks noGrp="1"/>
          </p:cNvSpPr>
          <p:nvPr>
            <p:ph type="ftr" sz="quarter" idx="11"/>
          </p:nvPr>
        </p:nvSpPr>
        <p:spPr/>
        <p:txBody>
          <a:bodyPr/>
          <a:lstStyle/>
          <a:p>
            <a:r>
              <a:rPr lang="en-US"/>
              <a:t>1</a:t>
            </a:r>
          </a:p>
        </p:txBody>
      </p:sp>
      <p:sp>
        <p:nvSpPr>
          <p:cNvPr id="3" name="Slide Number Placeholder 2">
            <a:extLst>
              <a:ext uri="{FF2B5EF4-FFF2-40B4-BE49-F238E27FC236}">
                <a16:creationId xmlns:a16="http://schemas.microsoft.com/office/drawing/2014/main" id="{8EA177F1-40BB-4C2B-AE21-241EEA703B9D}"/>
              </a:ext>
            </a:extLst>
          </p:cNvPr>
          <p:cNvSpPr>
            <a:spLocks noGrp="1"/>
          </p:cNvSpPr>
          <p:nvPr>
            <p:ph type="sldNum" sz="quarter" idx="12"/>
          </p:nvPr>
        </p:nvSpPr>
        <p:spPr/>
        <p:txBody>
          <a:bodyPr/>
          <a:lstStyle/>
          <a:p>
            <a:fld id="{653047B3-57EC-4768-BF69-42BFFF0DB0C3}" type="slidenum">
              <a:rPr lang="en-US" smtClean="0"/>
              <a:t>8</a:t>
            </a:fld>
            <a:endParaRPr lang="en-US"/>
          </a:p>
        </p:txBody>
      </p:sp>
      <p:sp>
        <p:nvSpPr>
          <p:cNvPr id="6" name="Freeform: Shape 5">
            <a:extLst>
              <a:ext uri="{FF2B5EF4-FFF2-40B4-BE49-F238E27FC236}">
                <a16:creationId xmlns:a16="http://schemas.microsoft.com/office/drawing/2014/main" id="{D51DB9B8-5536-45B4-934B-8343FACDD01E}"/>
              </a:ext>
            </a:extLst>
          </p:cNvPr>
          <p:cNvSpPr/>
          <p:nvPr/>
        </p:nvSpPr>
        <p:spPr>
          <a:xfrm>
            <a:off x="-2800743" y="0"/>
            <a:ext cx="6669014" cy="6858000"/>
          </a:xfrm>
          <a:custGeom>
            <a:avLst/>
            <a:gdLst>
              <a:gd name="connsiteX0" fmla="*/ 0 w 6669014"/>
              <a:gd name="connsiteY0" fmla="*/ 0 h 6858000"/>
              <a:gd name="connsiteX1" fmla="*/ 3978183 w 6669014"/>
              <a:gd name="connsiteY1" fmla="*/ 0 h 6858000"/>
              <a:gd name="connsiteX2" fmla="*/ 6669014 w 6669014"/>
              <a:gd name="connsiteY2" fmla="*/ 6858000 h 6858000"/>
              <a:gd name="connsiteX3" fmla="*/ 2690832 w 666901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69014" h="6858000">
                <a:moveTo>
                  <a:pt x="0" y="0"/>
                </a:moveTo>
                <a:lnTo>
                  <a:pt x="3978183" y="0"/>
                </a:lnTo>
                <a:lnTo>
                  <a:pt x="6669014" y="6858000"/>
                </a:lnTo>
                <a:lnTo>
                  <a:pt x="2690832" y="6858000"/>
                </a:ln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Oval 6">
            <a:extLst>
              <a:ext uri="{FF2B5EF4-FFF2-40B4-BE49-F238E27FC236}">
                <a16:creationId xmlns:a16="http://schemas.microsoft.com/office/drawing/2014/main" id="{438FC7D2-6C32-4A8D-B790-D5FB3B0E6879}"/>
              </a:ext>
            </a:extLst>
          </p:cNvPr>
          <p:cNvSpPr/>
          <p:nvPr/>
        </p:nvSpPr>
        <p:spPr>
          <a:xfrm rot="20360675">
            <a:off x="-836373" y="1760779"/>
            <a:ext cx="3235624" cy="4075218"/>
          </a:xfrm>
          <a:prstGeom prst="ellipse">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6BC92A6A-1F22-4D8D-8434-62C7D533FDD4}"/>
              </a:ext>
            </a:extLst>
          </p:cNvPr>
          <p:cNvSpPr txBox="1"/>
          <p:nvPr/>
        </p:nvSpPr>
        <p:spPr>
          <a:xfrm>
            <a:off x="1492624" y="76812"/>
            <a:ext cx="2545976"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Example Code Snippet</a:t>
            </a:r>
          </a:p>
        </p:txBody>
      </p:sp>
      <p:sp>
        <p:nvSpPr>
          <p:cNvPr id="11" name="TextBox 10">
            <a:extLst>
              <a:ext uri="{FF2B5EF4-FFF2-40B4-BE49-F238E27FC236}">
                <a16:creationId xmlns:a16="http://schemas.microsoft.com/office/drawing/2014/main" id="{655278D7-CC1A-4E30-ACBF-19FBAE1CE62C}"/>
              </a:ext>
            </a:extLst>
          </p:cNvPr>
          <p:cNvSpPr txBox="1"/>
          <p:nvPr/>
        </p:nvSpPr>
        <p:spPr>
          <a:xfrm>
            <a:off x="4746738" y="151179"/>
            <a:ext cx="5495365" cy="6694140"/>
          </a:xfrm>
          <a:prstGeom prst="rect">
            <a:avLst/>
          </a:prstGeom>
          <a:noFill/>
        </p:spPr>
        <p:txBody>
          <a:bodyPr wrap="square">
            <a:spAutoFit/>
          </a:bodyPr>
          <a:lstStyle/>
          <a:p>
            <a:r>
              <a:rPr lang="en-US" sz="1300" dirty="0">
                <a:latin typeface="Times New Roman" panose="02020603050405020304" pitchFamily="18" charset="0"/>
                <a:cs typeface="Times New Roman" panose="02020603050405020304" pitchFamily="18" charset="0"/>
              </a:rPr>
              <a:t>import </a:t>
            </a:r>
            <a:r>
              <a:rPr lang="en-US" sz="1300" dirty="0" err="1">
                <a:latin typeface="Times New Roman" panose="02020603050405020304" pitchFamily="18" charset="0"/>
                <a:cs typeface="Times New Roman" panose="02020603050405020304" pitchFamily="18" charset="0"/>
              </a:rPr>
              <a:t>java.sql.Connection</a:t>
            </a:r>
            <a:r>
              <a:rPr lang="en-US" sz="1300" dirty="0">
                <a:latin typeface="Times New Roman" panose="02020603050405020304" pitchFamily="18" charset="0"/>
                <a:cs typeface="Times New Roman" panose="02020603050405020304" pitchFamily="18" charset="0"/>
              </a:rPr>
              <a:t>;</a:t>
            </a:r>
          </a:p>
          <a:p>
            <a:r>
              <a:rPr lang="en-US" sz="1300" dirty="0">
                <a:latin typeface="Times New Roman" panose="02020603050405020304" pitchFamily="18" charset="0"/>
                <a:cs typeface="Times New Roman" panose="02020603050405020304" pitchFamily="18" charset="0"/>
              </a:rPr>
              <a:t>import </a:t>
            </a:r>
            <a:r>
              <a:rPr lang="en-US" sz="1300" dirty="0" err="1">
                <a:latin typeface="Times New Roman" panose="02020603050405020304" pitchFamily="18" charset="0"/>
                <a:cs typeface="Times New Roman" panose="02020603050405020304" pitchFamily="18" charset="0"/>
              </a:rPr>
              <a:t>java.sql.DriverManager</a:t>
            </a:r>
            <a:r>
              <a:rPr lang="en-US" sz="1300" dirty="0">
                <a:latin typeface="Times New Roman" panose="02020603050405020304" pitchFamily="18" charset="0"/>
                <a:cs typeface="Times New Roman" panose="02020603050405020304" pitchFamily="18" charset="0"/>
              </a:rPr>
              <a:t>;</a:t>
            </a:r>
          </a:p>
          <a:p>
            <a:r>
              <a:rPr lang="en-US" sz="1300" dirty="0">
                <a:latin typeface="Times New Roman" panose="02020603050405020304" pitchFamily="18" charset="0"/>
                <a:cs typeface="Times New Roman" panose="02020603050405020304" pitchFamily="18" charset="0"/>
              </a:rPr>
              <a:t>import </a:t>
            </a:r>
            <a:r>
              <a:rPr lang="en-US" sz="1300" dirty="0" err="1">
                <a:latin typeface="Times New Roman" panose="02020603050405020304" pitchFamily="18" charset="0"/>
                <a:cs typeface="Times New Roman" panose="02020603050405020304" pitchFamily="18" charset="0"/>
              </a:rPr>
              <a:t>java.sql.SQLException</a:t>
            </a:r>
            <a:r>
              <a:rPr lang="en-US" sz="1300" dirty="0">
                <a:latin typeface="Times New Roman" panose="02020603050405020304" pitchFamily="18" charset="0"/>
                <a:cs typeface="Times New Roman" panose="02020603050405020304" pitchFamily="18" charset="0"/>
              </a:rPr>
              <a:t>;</a:t>
            </a:r>
          </a:p>
          <a:p>
            <a:endParaRPr lang="en-US" sz="1300" dirty="0">
              <a:latin typeface="Times New Roman" panose="02020603050405020304" pitchFamily="18" charset="0"/>
              <a:cs typeface="Times New Roman" panose="02020603050405020304" pitchFamily="18" charset="0"/>
            </a:endParaRPr>
          </a:p>
          <a:p>
            <a:r>
              <a:rPr lang="en-US" sz="1300" dirty="0">
                <a:latin typeface="Times New Roman" panose="02020603050405020304" pitchFamily="18" charset="0"/>
                <a:cs typeface="Times New Roman" panose="02020603050405020304" pitchFamily="18" charset="0"/>
              </a:rPr>
              <a:t>public class </a:t>
            </a:r>
            <a:r>
              <a:rPr lang="en-US" sz="1300" dirty="0" err="1">
                <a:latin typeface="Times New Roman" panose="02020603050405020304" pitchFamily="18" charset="0"/>
                <a:cs typeface="Times New Roman" panose="02020603050405020304" pitchFamily="18" charset="0"/>
              </a:rPr>
              <a:t>OracleDatabaseConnection</a:t>
            </a:r>
            <a:r>
              <a:rPr lang="en-US" sz="1300" dirty="0">
                <a:latin typeface="Times New Roman" panose="02020603050405020304" pitchFamily="18" charset="0"/>
                <a:cs typeface="Times New Roman" panose="02020603050405020304" pitchFamily="18" charset="0"/>
              </a:rPr>
              <a:t> {</a:t>
            </a:r>
          </a:p>
          <a:p>
            <a:r>
              <a:rPr lang="en-US" sz="1300" dirty="0">
                <a:latin typeface="Times New Roman" panose="02020603050405020304" pitchFamily="18" charset="0"/>
                <a:cs typeface="Times New Roman" panose="02020603050405020304" pitchFamily="18" charset="0"/>
              </a:rPr>
              <a:t>    private static final String URL = "</a:t>
            </a:r>
            <a:r>
              <a:rPr lang="en-US" sz="1300" dirty="0" err="1">
                <a:latin typeface="Times New Roman" panose="02020603050405020304" pitchFamily="18" charset="0"/>
                <a:cs typeface="Times New Roman" panose="02020603050405020304" pitchFamily="18" charset="0"/>
              </a:rPr>
              <a:t>jdbc:oracle:thin</a:t>
            </a:r>
            <a:r>
              <a:rPr lang="en-US" sz="1300" dirty="0">
                <a:latin typeface="Times New Roman" panose="02020603050405020304" pitchFamily="18" charset="0"/>
                <a:cs typeface="Times New Roman" panose="02020603050405020304" pitchFamily="18" charset="0"/>
              </a:rPr>
              <a:t>:@localhost:1521:xe";</a:t>
            </a:r>
          </a:p>
          <a:p>
            <a:r>
              <a:rPr lang="en-US" sz="1300" dirty="0">
                <a:latin typeface="Times New Roman" panose="02020603050405020304" pitchFamily="18" charset="0"/>
                <a:cs typeface="Times New Roman" panose="02020603050405020304" pitchFamily="18" charset="0"/>
              </a:rPr>
              <a:t>    private static final String USER = "username";</a:t>
            </a:r>
          </a:p>
          <a:p>
            <a:r>
              <a:rPr lang="en-US" sz="1300" dirty="0">
                <a:latin typeface="Times New Roman" panose="02020603050405020304" pitchFamily="18" charset="0"/>
                <a:cs typeface="Times New Roman" panose="02020603050405020304" pitchFamily="18" charset="0"/>
              </a:rPr>
              <a:t>    private static final String PASSWORD = "password";</a:t>
            </a:r>
          </a:p>
          <a:p>
            <a:endParaRPr lang="en-US" sz="1300" dirty="0">
              <a:latin typeface="Times New Roman" panose="02020603050405020304" pitchFamily="18" charset="0"/>
              <a:cs typeface="Times New Roman" panose="02020603050405020304" pitchFamily="18" charset="0"/>
            </a:endParaRPr>
          </a:p>
          <a:p>
            <a:r>
              <a:rPr lang="en-US" sz="1300" dirty="0">
                <a:latin typeface="Times New Roman" panose="02020603050405020304" pitchFamily="18" charset="0"/>
                <a:cs typeface="Times New Roman" panose="02020603050405020304" pitchFamily="18" charset="0"/>
              </a:rPr>
              <a:t>    public static void main(String[] </a:t>
            </a:r>
            <a:r>
              <a:rPr lang="en-US" sz="1300" dirty="0" err="1">
                <a:latin typeface="Times New Roman" panose="02020603050405020304" pitchFamily="18" charset="0"/>
                <a:cs typeface="Times New Roman" panose="02020603050405020304" pitchFamily="18" charset="0"/>
              </a:rPr>
              <a:t>args</a:t>
            </a:r>
            <a:r>
              <a:rPr lang="en-US" sz="1300" dirty="0">
                <a:latin typeface="Times New Roman" panose="02020603050405020304" pitchFamily="18" charset="0"/>
                <a:cs typeface="Times New Roman" panose="02020603050405020304" pitchFamily="18" charset="0"/>
              </a:rPr>
              <a:t>) {</a:t>
            </a:r>
          </a:p>
          <a:p>
            <a:r>
              <a:rPr lang="en-US" sz="1300" dirty="0">
                <a:latin typeface="Times New Roman" panose="02020603050405020304" pitchFamily="18" charset="0"/>
                <a:cs typeface="Times New Roman" panose="02020603050405020304" pitchFamily="18" charset="0"/>
              </a:rPr>
              <a:t>        Connection </a:t>
            </a:r>
            <a:r>
              <a:rPr lang="en-US" sz="1300" dirty="0" err="1">
                <a:latin typeface="Times New Roman" panose="02020603050405020304" pitchFamily="18" charset="0"/>
                <a:cs typeface="Times New Roman" panose="02020603050405020304" pitchFamily="18" charset="0"/>
              </a:rPr>
              <a:t>connection</a:t>
            </a:r>
            <a:r>
              <a:rPr lang="en-US" sz="1300" dirty="0">
                <a:latin typeface="Times New Roman" panose="02020603050405020304" pitchFamily="18" charset="0"/>
                <a:cs typeface="Times New Roman" panose="02020603050405020304" pitchFamily="18" charset="0"/>
              </a:rPr>
              <a:t> = null;</a:t>
            </a:r>
          </a:p>
          <a:p>
            <a:r>
              <a:rPr lang="en-US" sz="1300" dirty="0">
                <a:latin typeface="Times New Roman" panose="02020603050405020304" pitchFamily="18" charset="0"/>
                <a:cs typeface="Times New Roman" panose="02020603050405020304" pitchFamily="18" charset="0"/>
              </a:rPr>
              <a:t>        try {</a:t>
            </a:r>
          </a:p>
          <a:p>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Class.forName</a:t>
            </a:r>
            <a:r>
              <a:rPr lang="en-US" sz="1300" dirty="0">
                <a:latin typeface="Times New Roman" panose="02020603050405020304" pitchFamily="18" charset="0"/>
                <a:cs typeface="Times New Roman" panose="02020603050405020304" pitchFamily="18" charset="0"/>
              </a:rPr>
              <a:t>("</a:t>
            </a:r>
            <a:r>
              <a:rPr lang="en-US" sz="1300" dirty="0" err="1">
                <a:latin typeface="Times New Roman" panose="02020603050405020304" pitchFamily="18" charset="0"/>
                <a:cs typeface="Times New Roman" panose="02020603050405020304" pitchFamily="18" charset="0"/>
              </a:rPr>
              <a:t>oracle.jdbc.OracleDriver</a:t>
            </a:r>
            <a:r>
              <a:rPr lang="en-US" sz="1300" dirty="0">
                <a:latin typeface="Times New Roman" panose="02020603050405020304" pitchFamily="18" charset="0"/>
                <a:cs typeface="Times New Roman" panose="02020603050405020304" pitchFamily="18" charset="0"/>
              </a:rPr>
              <a:t>");</a:t>
            </a:r>
          </a:p>
          <a:p>
            <a:r>
              <a:rPr lang="en-US" sz="1300" dirty="0">
                <a:latin typeface="Times New Roman" panose="02020603050405020304" pitchFamily="18" charset="0"/>
                <a:cs typeface="Times New Roman" panose="02020603050405020304" pitchFamily="18" charset="0"/>
              </a:rPr>
              <a:t>            connection = </a:t>
            </a:r>
            <a:r>
              <a:rPr lang="en-US" sz="1300" dirty="0" err="1">
                <a:latin typeface="Times New Roman" panose="02020603050405020304" pitchFamily="18" charset="0"/>
                <a:cs typeface="Times New Roman" panose="02020603050405020304" pitchFamily="18" charset="0"/>
              </a:rPr>
              <a:t>DriverManager.getConnection</a:t>
            </a:r>
            <a:r>
              <a:rPr lang="en-US" sz="1300" dirty="0">
                <a:latin typeface="Times New Roman" panose="02020603050405020304" pitchFamily="18" charset="0"/>
                <a:cs typeface="Times New Roman" panose="02020603050405020304" pitchFamily="18" charset="0"/>
              </a:rPr>
              <a:t>(URL, USER, PASSWORD);</a:t>
            </a:r>
          </a:p>
          <a:p>
            <a:r>
              <a:rPr lang="en-US" sz="1300" dirty="0">
                <a:latin typeface="Times New Roman" panose="02020603050405020304" pitchFamily="18" charset="0"/>
                <a:cs typeface="Times New Roman" panose="02020603050405020304" pitchFamily="18" charset="0"/>
              </a:rPr>
              <a:t>            if (connection != null) {</a:t>
            </a:r>
          </a:p>
          <a:p>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System.out.println</a:t>
            </a:r>
            <a:r>
              <a:rPr lang="en-US" sz="1300" dirty="0">
                <a:latin typeface="Times New Roman" panose="02020603050405020304" pitchFamily="18" charset="0"/>
                <a:cs typeface="Times New Roman" panose="02020603050405020304" pitchFamily="18" charset="0"/>
              </a:rPr>
              <a:t>("Connected to Oracle database!");</a:t>
            </a:r>
          </a:p>
          <a:p>
            <a:r>
              <a:rPr lang="en-US" sz="1300" dirty="0">
                <a:latin typeface="Times New Roman" panose="02020603050405020304" pitchFamily="18" charset="0"/>
                <a:cs typeface="Times New Roman" panose="02020603050405020304" pitchFamily="18" charset="0"/>
              </a:rPr>
              <a:t>            }</a:t>
            </a:r>
          </a:p>
          <a:p>
            <a:r>
              <a:rPr lang="en-US" sz="1300" dirty="0">
                <a:latin typeface="Times New Roman" panose="02020603050405020304" pitchFamily="18" charset="0"/>
                <a:cs typeface="Times New Roman" panose="02020603050405020304" pitchFamily="18" charset="0"/>
              </a:rPr>
              <a:t>        } catch (</a:t>
            </a:r>
            <a:r>
              <a:rPr lang="en-US" sz="1300" dirty="0" err="1">
                <a:latin typeface="Times New Roman" panose="02020603050405020304" pitchFamily="18" charset="0"/>
                <a:cs typeface="Times New Roman" panose="02020603050405020304" pitchFamily="18" charset="0"/>
              </a:rPr>
              <a:t>ClassNotFoundException</a:t>
            </a:r>
            <a:r>
              <a:rPr lang="en-US" sz="1300" dirty="0">
                <a:latin typeface="Times New Roman" panose="02020603050405020304" pitchFamily="18" charset="0"/>
                <a:cs typeface="Times New Roman" panose="02020603050405020304" pitchFamily="18" charset="0"/>
              </a:rPr>
              <a:t> e) {</a:t>
            </a:r>
          </a:p>
          <a:p>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System.out.println</a:t>
            </a:r>
            <a:r>
              <a:rPr lang="en-US" sz="1300" dirty="0">
                <a:latin typeface="Times New Roman" panose="02020603050405020304" pitchFamily="18" charset="0"/>
                <a:cs typeface="Times New Roman" panose="02020603050405020304" pitchFamily="18" charset="0"/>
              </a:rPr>
              <a:t>("Oracle JDBC driver not found.");</a:t>
            </a:r>
          </a:p>
          <a:p>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e.printStackTrace</a:t>
            </a:r>
            <a:r>
              <a:rPr lang="en-US" sz="1300" dirty="0">
                <a:latin typeface="Times New Roman" panose="02020603050405020304" pitchFamily="18" charset="0"/>
                <a:cs typeface="Times New Roman" panose="02020603050405020304" pitchFamily="18" charset="0"/>
              </a:rPr>
              <a:t>();</a:t>
            </a:r>
          </a:p>
          <a:p>
            <a:r>
              <a:rPr lang="en-US" sz="1300" dirty="0">
                <a:latin typeface="Times New Roman" panose="02020603050405020304" pitchFamily="18" charset="0"/>
                <a:cs typeface="Times New Roman" panose="02020603050405020304" pitchFamily="18" charset="0"/>
              </a:rPr>
              <a:t>        } catch (</a:t>
            </a:r>
            <a:r>
              <a:rPr lang="en-US" sz="1300" dirty="0" err="1">
                <a:latin typeface="Times New Roman" panose="02020603050405020304" pitchFamily="18" charset="0"/>
                <a:cs typeface="Times New Roman" panose="02020603050405020304" pitchFamily="18" charset="0"/>
              </a:rPr>
              <a:t>SQLException</a:t>
            </a:r>
            <a:r>
              <a:rPr lang="en-US" sz="1300" dirty="0">
                <a:latin typeface="Times New Roman" panose="02020603050405020304" pitchFamily="18" charset="0"/>
                <a:cs typeface="Times New Roman" panose="02020603050405020304" pitchFamily="18" charset="0"/>
              </a:rPr>
              <a:t> e) {</a:t>
            </a:r>
          </a:p>
          <a:p>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System.out.println</a:t>
            </a:r>
            <a:r>
              <a:rPr lang="en-US" sz="1300" dirty="0">
                <a:latin typeface="Times New Roman" panose="02020603050405020304" pitchFamily="18" charset="0"/>
                <a:cs typeface="Times New Roman" panose="02020603050405020304" pitchFamily="18" charset="0"/>
              </a:rPr>
              <a:t>("Connection failed.");</a:t>
            </a:r>
          </a:p>
          <a:p>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e.printStackTrace</a:t>
            </a:r>
            <a:r>
              <a:rPr lang="en-US" sz="1300" dirty="0">
                <a:latin typeface="Times New Roman" panose="02020603050405020304" pitchFamily="18" charset="0"/>
                <a:cs typeface="Times New Roman" panose="02020603050405020304" pitchFamily="18" charset="0"/>
              </a:rPr>
              <a:t>();</a:t>
            </a:r>
          </a:p>
          <a:p>
            <a:r>
              <a:rPr lang="en-US" sz="1300" dirty="0">
                <a:latin typeface="Times New Roman" panose="02020603050405020304" pitchFamily="18" charset="0"/>
                <a:cs typeface="Times New Roman" panose="02020603050405020304" pitchFamily="18" charset="0"/>
              </a:rPr>
              <a:t>        } finally {</a:t>
            </a:r>
          </a:p>
          <a:p>
            <a:r>
              <a:rPr lang="en-US" sz="1300" dirty="0">
                <a:latin typeface="Times New Roman" panose="02020603050405020304" pitchFamily="18" charset="0"/>
                <a:cs typeface="Times New Roman" panose="02020603050405020304" pitchFamily="18" charset="0"/>
              </a:rPr>
              <a:t>            try {</a:t>
            </a:r>
          </a:p>
          <a:p>
            <a:r>
              <a:rPr lang="en-US" sz="1300" dirty="0">
                <a:latin typeface="Times New Roman" panose="02020603050405020304" pitchFamily="18" charset="0"/>
                <a:cs typeface="Times New Roman" panose="02020603050405020304" pitchFamily="18" charset="0"/>
              </a:rPr>
              <a:t>                if (connection != null) {</a:t>
            </a:r>
          </a:p>
          <a:p>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connection.close</a:t>
            </a:r>
            <a:r>
              <a:rPr lang="en-US" sz="1300" dirty="0">
                <a:latin typeface="Times New Roman" panose="02020603050405020304" pitchFamily="18" charset="0"/>
                <a:cs typeface="Times New Roman" panose="02020603050405020304" pitchFamily="18" charset="0"/>
              </a:rPr>
              <a:t>();</a:t>
            </a:r>
          </a:p>
          <a:p>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System.out.println</a:t>
            </a:r>
            <a:r>
              <a:rPr lang="en-US" sz="1300" dirty="0">
                <a:latin typeface="Times New Roman" panose="02020603050405020304" pitchFamily="18" charset="0"/>
                <a:cs typeface="Times New Roman" panose="02020603050405020304" pitchFamily="18" charset="0"/>
              </a:rPr>
              <a:t>("Connection closed.");</a:t>
            </a:r>
          </a:p>
          <a:p>
            <a:r>
              <a:rPr lang="en-US" sz="1300" dirty="0">
                <a:latin typeface="Times New Roman" panose="02020603050405020304" pitchFamily="18" charset="0"/>
                <a:cs typeface="Times New Roman" panose="02020603050405020304" pitchFamily="18" charset="0"/>
              </a:rPr>
              <a:t>                }</a:t>
            </a:r>
          </a:p>
          <a:p>
            <a:r>
              <a:rPr lang="en-US" sz="1300" dirty="0">
                <a:latin typeface="Times New Roman" panose="02020603050405020304" pitchFamily="18" charset="0"/>
                <a:cs typeface="Times New Roman" panose="02020603050405020304" pitchFamily="18" charset="0"/>
              </a:rPr>
              <a:t>            } catch (</a:t>
            </a:r>
            <a:r>
              <a:rPr lang="en-US" sz="1300" dirty="0" err="1">
                <a:latin typeface="Times New Roman" panose="02020603050405020304" pitchFamily="18" charset="0"/>
                <a:cs typeface="Times New Roman" panose="02020603050405020304" pitchFamily="18" charset="0"/>
              </a:rPr>
              <a:t>SQLException</a:t>
            </a:r>
            <a:r>
              <a:rPr lang="en-US" sz="1300" dirty="0">
                <a:latin typeface="Times New Roman" panose="02020603050405020304" pitchFamily="18" charset="0"/>
                <a:cs typeface="Times New Roman" panose="02020603050405020304" pitchFamily="18" charset="0"/>
              </a:rPr>
              <a:t> e) {</a:t>
            </a:r>
          </a:p>
          <a:p>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e.printStackTrace</a:t>
            </a:r>
            <a:r>
              <a:rPr lang="en-US" sz="1300" dirty="0">
                <a:latin typeface="Times New Roman" panose="02020603050405020304" pitchFamily="18" charset="0"/>
                <a:cs typeface="Times New Roman" panose="02020603050405020304" pitchFamily="18" charset="0"/>
              </a:rPr>
              <a:t>();</a:t>
            </a:r>
          </a:p>
          <a:p>
            <a:r>
              <a:rPr lang="en-US" sz="13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000999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F63163D-D19E-437F-9CAE-13265A149083}"/>
              </a:ext>
            </a:extLst>
          </p:cNvPr>
          <p:cNvSpPr>
            <a:spLocks noGrp="1"/>
          </p:cNvSpPr>
          <p:nvPr>
            <p:ph type="ftr" sz="quarter" idx="11"/>
          </p:nvPr>
        </p:nvSpPr>
        <p:spPr/>
        <p:txBody>
          <a:bodyPr/>
          <a:lstStyle/>
          <a:p>
            <a:r>
              <a:rPr lang="en-US"/>
              <a:t>1</a:t>
            </a:r>
          </a:p>
        </p:txBody>
      </p:sp>
      <p:sp>
        <p:nvSpPr>
          <p:cNvPr id="3" name="Slide Number Placeholder 2">
            <a:extLst>
              <a:ext uri="{FF2B5EF4-FFF2-40B4-BE49-F238E27FC236}">
                <a16:creationId xmlns:a16="http://schemas.microsoft.com/office/drawing/2014/main" id="{8CD85405-1123-4DEA-922C-2519912C31E0}"/>
              </a:ext>
            </a:extLst>
          </p:cNvPr>
          <p:cNvSpPr>
            <a:spLocks noGrp="1"/>
          </p:cNvSpPr>
          <p:nvPr>
            <p:ph type="sldNum" sz="quarter" idx="12"/>
          </p:nvPr>
        </p:nvSpPr>
        <p:spPr/>
        <p:txBody>
          <a:bodyPr/>
          <a:lstStyle/>
          <a:p>
            <a:fld id="{653047B3-57EC-4768-BF69-42BFFF0DB0C3}" type="slidenum">
              <a:rPr lang="en-US" smtClean="0"/>
              <a:t>9</a:t>
            </a:fld>
            <a:endParaRPr lang="en-US"/>
          </a:p>
        </p:txBody>
      </p:sp>
      <p:sp>
        <p:nvSpPr>
          <p:cNvPr id="4" name="Flowchart: Terminator 3">
            <a:extLst>
              <a:ext uri="{FF2B5EF4-FFF2-40B4-BE49-F238E27FC236}">
                <a16:creationId xmlns:a16="http://schemas.microsoft.com/office/drawing/2014/main" id="{C1E9ED3D-0D8C-41BF-BEB8-6CD7566FB758}"/>
              </a:ext>
            </a:extLst>
          </p:cNvPr>
          <p:cNvSpPr/>
          <p:nvPr/>
        </p:nvSpPr>
        <p:spPr>
          <a:xfrm>
            <a:off x="1234440" y="594360"/>
            <a:ext cx="3825240" cy="1021080"/>
          </a:xfrm>
          <a:prstGeom prst="flowChartTerminator">
            <a:avLst/>
          </a:pr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CONCLUSION</a:t>
            </a:r>
          </a:p>
        </p:txBody>
      </p:sp>
      <p:sp>
        <p:nvSpPr>
          <p:cNvPr id="5" name="Flowchart: Alternate Process 4">
            <a:extLst>
              <a:ext uri="{FF2B5EF4-FFF2-40B4-BE49-F238E27FC236}">
                <a16:creationId xmlns:a16="http://schemas.microsoft.com/office/drawing/2014/main" id="{54F06BC1-771C-4D65-B6A9-D0E19C9423C3}"/>
              </a:ext>
            </a:extLst>
          </p:cNvPr>
          <p:cNvSpPr/>
          <p:nvPr/>
        </p:nvSpPr>
        <p:spPr>
          <a:xfrm>
            <a:off x="1051560" y="2118360"/>
            <a:ext cx="10134600" cy="2964628"/>
          </a:xfrm>
          <a:prstGeom prst="flowChartAlternateProcess">
            <a:avLst/>
          </a:pr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Alternate Process 5">
            <a:extLst>
              <a:ext uri="{FF2B5EF4-FFF2-40B4-BE49-F238E27FC236}">
                <a16:creationId xmlns:a16="http://schemas.microsoft.com/office/drawing/2014/main" id="{0AD83C02-8C17-49FA-8E39-D8FA9157FAE3}"/>
              </a:ext>
            </a:extLst>
          </p:cNvPr>
          <p:cNvSpPr/>
          <p:nvPr/>
        </p:nvSpPr>
        <p:spPr>
          <a:xfrm>
            <a:off x="1234440" y="2270760"/>
            <a:ext cx="9814560" cy="2623969"/>
          </a:xfrm>
          <a:prstGeom prst="flowChartAlternateProcess">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b="0" i="0">
                <a:effectLst/>
                <a:latin typeface="Söhne"/>
              </a:rPr>
              <a:t>In conclusion, the field of artificial intelligence (AI) is marked by remarkable advancements and transformative potential, bringing about numerous benefits and opportunities. However, like any powerful technology, AI also poses challenges and concerns that warrant careful consideration and responsible management.</a:t>
            </a:r>
          </a:p>
          <a:p>
            <a:pPr algn="l"/>
            <a:r>
              <a:rPr lang="en-US" b="0" i="0">
                <a:effectLst/>
                <a:latin typeface="Söhne"/>
              </a:rPr>
              <a:t>The pros of AI include increased efficiency through automation, enhanced productivity, data analysis capabilities, precision, and innovation across various sectors. AI has the potential to revolutionize industries such as healthcare, finance, and transportation, offering solutions to complex problems and contributing to scientific and technological progress.</a:t>
            </a:r>
          </a:p>
        </p:txBody>
      </p:sp>
      <p:sp>
        <p:nvSpPr>
          <p:cNvPr id="8" name="TextBox 7">
            <a:extLst>
              <a:ext uri="{FF2B5EF4-FFF2-40B4-BE49-F238E27FC236}">
                <a16:creationId xmlns:a16="http://schemas.microsoft.com/office/drawing/2014/main" id="{1FC58463-347F-44BA-86DE-52782C83F016}"/>
              </a:ext>
            </a:extLst>
          </p:cNvPr>
          <p:cNvSpPr txBox="1"/>
          <p:nvPr/>
        </p:nvSpPr>
        <p:spPr>
          <a:xfrm>
            <a:off x="1234440" y="2529840"/>
            <a:ext cx="9814560" cy="2616101"/>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This document provides an overview of developing a Student Result Management System using Java Swing. The system includes a main frame for navigation, forms for adding results, and tables for viewing results. JDBC is used for database interaction, and event handling is implemented to manage user actions. This framework can be extended with additional features like updating and deleting records, advanced search, and report generation.</a:t>
            </a:r>
          </a:p>
          <a:p>
            <a:pPr algn="l"/>
            <a:endParaRPr lang="en-US" sz="2000" b="0" i="0" dirty="0">
              <a:effectLst/>
              <a:latin typeface="Söhne"/>
            </a:endParaRPr>
          </a:p>
        </p:txBody>
      </p:sp>
    </p:spTree>
    <p:extLst>
      <p:ext uri="{BB962C8B-B14F-4D97-AF65-F5344CB8AC3E}">
        <p14:creationId xmlns:p14="http://schemas.microsoft.com/office/powerpoint/2010/main" val="3839249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29D5421-5401-4EF7-9A55-3E0DDEBF8484}"/>
              </a:ext>
            </a:extLst>
          </p:cNvPr>
          <p:cNvSpPr>
            <a:spLocks noGrp="1"/>
          </p:cNvSpPr>
          <p:nvPr>
            <p:ph type="ftr" sz="quarter" idx="11"/>
          </p:nvPr>
        </p:nvSpPr>
        <p:spPr/>
        <p:txBody>
          <a:bodyPr/>
          <a:lstStyle/>
          <a:p>
            <a:r>
              <a:rPr lang="en-US" dirty="0"/>
              <a:t>1</a:t>
            </a:r>
          </a:p>
        </p:txBody>
      </p:sp>
      <p:sp>
        <p:nvSpPr>
          <p:cNvPr id="3" name="Slide Number Placeholder 2">
            <a:extLst>
              <a:ext uri="{FF2B5EF4-FFF2-40B4-BE49-F238E27FC236}">
                <a16:creationId xmlns:a16="http://schemas.microsoft.com/office/drawing/2014/main" id="{C7E2CF8F-A70B-4812-A956-A12D0745DC37}"/>
              </a:ext>
            </a:extLst>
          </p:cNvPr>
          <p:cNvSpPr>
            <a:spLocks noGrp="1"/>
          </p:cNvSpPr>
          <p:nvPr>
            <p:ph type="sldNum" sz="quarter" idx="12"/>
          </p:nvPr>
        </p:nvSpPr>
        <p:spPr/>
        <p:txBody>
          <a:bodyPr/>
          <a:lstStyle/>
          <a:p>
            <a:fld id="{653047B3-57EC-4768-BF69-42BFFF0DB0C3}" type="slidenum">
              <a:rPr lang="en-US" smtClean="0"/>
              <a:t>10</a:t>
            </a:fld>
            <a:endParaRPr lang="en-US"/>
          </a:p>
        </p:txBody>
      </p:sp>
      <p:sp>
        <p:nvSpPr>
          <p:cNvPr id="9" name="Freeform: Shape 8">
            <a:extLst>
              <a:ext uri="{FF2B5EF4-FFF2-40B4-BE49-F238E27FC236}">
                <a16:creationId xmlns:a16="http://schemas.microsoft.com/office/drawing/2014/main" id="{F42CDDC3-92FF-4127-BFC0-5DCC95726DE0}"/>
              </a:ext>
            </a:extLst>
          </p:cNvPr>
          <p:cNvSpPr/>
          <p:nvPr/>
        </p:nvSpPr>
        <p:spPr>
          <a:xfrm>
            <a:off x="7650480" y="2392680"/>
            <a:ext cx="4541520" cy="4465320"/>
          </a:xfrm>
          <a:custGeom>
            <a:avLst/>
            <a:gdLst>
              <a:gd name="connsiteX0" fmla="*/ 2758440 w 4411980"/>
              <a:gd name="connsiteY0" fmla="*/ 0 h 4347210"/>
              <a:gd name="connsiteX1" fmla="*/ 4300710 w 4411980"/>
              <a:gd name="connsiteY1" fmla="*/ 452879 h 4347210"/>
              <a:gd name="connsiteX2" fmla="*/ 4411980 w 4411980"/>
              <a:gd name="connsiteY2" fmla="*/ 532868 h 4347210"/>
              <a:gd name="connsiteX3" fmla="*/ 4411980 w 4411980"/>
              <a:gd name="connsiteY3" fmla="*/ 4347210 h 4347210"/>
              <a:gd name="connsiteX4" fmla="*/ 638104 w 4411980"/>
              <a:gd name="connsiteY4" fmla="*/ 4347210 h 4347210"/>
              <a:gd name="connsiteX5" fmla="*/ 629894 w 4411980"/>
              <a:gd name="connsiteY5" fmla="*/ 4338526 h 4347210"/>
              <a:gd name="connsiteX6" fmla="*/ 0 w 4411980"/>
              <a:gd name="connsiteY6" fmla="*/ 2651760 h 4347210"/>
              <a:gd name="connsiteX7" fmla="*/ 2758440 w 4411980"/>
              <a:gd name="connsiteY7" fmla="*/ 0 h 434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1980" h="4347210">
                <a:moveTo>
                  <a:pt x="2758440" y="0"/>
                </a:moveTo>
                <a:cubicBezTo>
                  <a:pt x="3329732" y="0"/>
                  <a:pt x="3860460" y="166955"/>
                  <a:pt x="4300710" y="452879"/>
                </a:cubicBezTo>
                <a:lnTo>
                  <a:pt x="4411980" y="532868"/>
                </a:lnTo>
                <a:lnTo>
                  <a:pt x="4411980" y="4347210"/>
                </a:lnTo>
                <a:lnTo>
                  <a:pt x="638104" y="4347210"/>
                </a:lnTo>
                <a:lnTo>
                  <a:pt x="629894" y="4338526"/>
                </a:lnTo>
                <a:cubicBezTo>
                  <a:pt x="236386" y="3880146"/>
                  <a:pt x="0" y="3292491"/>
                  <a:pt x="0" y="2651760"/>
                </a:cubicBezTo>
                <a:cubicBezTo>
                  <a:pt x="0" y="1187233"/>
                  <a:pt x="1234996" y="0"/>
                  <a:pt x="2758440" y="0"/>
                </a:cubicBez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8F5010C5-4B81-4C6B-9C19-BE375D212C48}"/>
              </a:ext>
            </a:extLst>
          </p:cNvPr>
          <p:cNvSpPr/>
          <p:nvPr/>
        </p:nvSpPr>
        <p:spPr>
          <a:xfrm>
            <a:off x="7780020" y="2510790"/>
            <a:ext cx="4411980" cy="4347210"/>
          </a:xfrm>
          <a:custGeom>
            <a:avLst/>
            <a:gdLst>
              <a:gd name="connsiteX0" fmla="*/ 2758440 w 4411980"/>
              <a:gd name="connsiteY0" fmla="*/ 0 h 4347210"/>
              <a:gd name="connsiteX1" fmla="*/ 4300710 w 4411980"/>
              <a:gd name="connsiteY1" fmla="*/ 452879 h 4347210"/>
              <a:gd name="connsiteX2" fmla="*/ 4411980 w 4411980"/>
              <a:gd name="connsiteY2" fmla="*/ 532868 h 4347210"/>
              <a:gd name="connsiteX3" fmla="*/ 4411980 w 4411980"/>
              <a:gd name="connsiteY3" fmla="*/ 4347210 h 4347210"/>
              <a:gd name="connsiteX4" fmla="*/ 638104 w 4411980"/>
              <a:gd name="connsiteY4" fmla="*/ 4347210 h 4347210"/>
              <a:gd name="connsiteX5" fmla="*/ 629894 w 4411980"/>
              <a:gd name="connsiteY5" fmla="*/ 4338526 h 4347210"/>
              <a:gd name="connsiteX6" fmla="*/ 0 w 4411980"/>
              <a:gd name="connsiteY6" fmla="*/ 2651760 h 4347210"/>
              <a:gd name="connsiteX7" fmla="*/ 2758440 w 4411980"/>
              <a:gd name="connsiteY7" fmla="*/ 0 h 434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1980" h="4347210">
                <a:moveTo>
                  <a:pt x="2758440" y="0"/>
                </a:moveTo>
                <a:cubicBezTo>
                  <a:pt x="3329732" y="0"/>
                  <a:pt x="3860460" y="166955"/>
                  <a:pt x="4300710" y="452879"/>
                </a:cubicBezTo>
                <a:lnTo>
                  <a:pt x="4411980" y="532868"/>
                </a:lnTo>
                <a:lnTo>
                  <a:pt x="4411980" y="4347210"/>
                </a:lnTo>
                <a:lnTo>
                  <a:pt x="638104" y="4347210"/>
                </a:lnTo>
                <a:lnTo>
                  <a:pt x="629894" y="4338526"/>
                </a:lnTo>
                <a:cubicBezTo>
                  <a:pt x="236386" y="3880146"/>
                  <a:pt x="0" y="3292491"/>
                  <a:pt x="0" y="2651760"/>
                </a:cubicBezTo>
                <a:cubicBezTo>
                  <a:pt x="0" y="1187233"/>
                  <a:pt x="1234996" y="0"/>
                  <a:pt x="2758440" y="0"/>
                </a:cubicBezTo>
                <a:close/>
              </a:path>
            </a:pathLst>
          </a:cu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Rectangle 9">
            <a:extLst>
              <a:ext uri="{FF2B5EF4-FFF2-40B4-BE49-F238E27FC236}">
                <a16:creationId xmlns:a16="http://schemas.microsoft.com/office/drawing/2014/main" id="{6419CDEC-DCBA-4A3F-82E5-DBB8F8C3181A}"/>
              </a:ext>
            </a:extLst>
          </p:cNvPr>
          <p:cNvSpPr/>
          <p:nvPr/>
        </p:nvSpPr>
        <p:spPr>
          <a:xfrm>
            <a:off x="0" y="0"/>
            <a:ext cx="5730240" cy="990600"/>
          </a:xfrm>
          <a:custGeom>
            <a:avLst/>
            <a:gdLst>
              <a:gd name="connsiteX0" fmla="*/ 0 w 5730240"/>
              <a:gd name="connsiteY0" fmla="*/ 0 h 990600"/>
              <a:gd name="connsiteX1" fmla="*/ 5730240 w 5730240"/>
              <a:gd name="connsiteY1" fmla="*/ 0 h 990600"/>
              <a:gd name="connsiteX2" fmla="*/ 5730240 w 5730240"/>
              <a:gd name="connsiteY2" fmla="*/ 990600 h 990600"/>
              <a:gd name="connsiteX3" fmla="*/ 0 w 5730240"/>
              <a:gd name="connsiteY3" fmla="*/ 990600 h 990600"/>
              <a:gd name="connsiteX4" fmla="*/ 0 w 5730240"/>
              <a:gd name="connsiteY4" fmla="*/ 0 h 990600"/>
              <a:gd name="connsiteX0" fmla="*/ 0 w 5730240"/>
              <a:gd name="connsiteY0" fmla="*/ 0 h 990600"/>
              <a:gd name="connsiteX1" fmla="*/ 5730240 w 5730240"/>
              <a:gd name="connsiteY1" fmla="*/ 0 h 990600"/>
              <a:gd name="connsiteX2" fmla="*/ 5730240 w 5730240"/>
              <a:gd name="connsiteY2" fmla="*/ 990600 h 990600"/>
              <a:gd name="connsiteX3" fmla="*/ 0 w 5730240"/>
              <a:gd name="connsiteY3" fmla="*/ 990600 h 990600"/>
              <a:gd name="connsiteX4" fmla="*/ 0 w 5730240"/>
              <a:gd name="connsiteY4" fmla="*/ 0 h 990600"/>
              <a:gd name="connsiteX0" fmla="*/ 0 w 5730240"/>
              <a:gd name="connsiteY0" fmla="*/ 0 h 990600"/>
              <a:gd name="connsiteX1" fmla="*/ 5730240 w 5730240"/>
              <a:gd name="connsiteY1" fmla="*/ 0 h 990600"/>
              <a:gd name="connsiteX2" fmla="*/ 5730240 w 5730240"/>
              <a:gd name="connsiteY2" fmla="*/ 990600 h 990600"/>
              <a:gd name="connsiteX3" fmla="*/ 0 w 5730240"/>
              <a:gd name="connsiteY3" fmla="*/ 990600 h 990600"/>
              <a:gd name="connsiteX4" fmla="*/ 0 w 5730240"/>
              <a:gd name="connsiteY4" fmla="*/ 0 h 990600"/>
              <a:gd name="connsiteX0" fmla="*/ 0 w 5730240"/>
              <a:gd name="connsiteY0" fmla="*/ 0 h 990600"/>
              <a:gd name="connsiteX1" fmla="*/ 5730240 w 5730240"/>
              <a:gd name="connsiteY1" fmla="*/ 0 h 990600"/>
              <a:gd name="connsiteX2" fmla="*/ 5730240 w 5730240"/>
              <a:gd name="connsiteY2" fmla="*/ 990600 h 990600"/>
              <a:gd name="connsiteX3" fmla="*/ 0 w 5730240"/>
              <a:gd name="connsiteY3" fmla="*/ 990600 h 990600"/>
              <a:gd name="connsiteX4" fmla="*/ 0 w 5730240"/>
              <a:gd name="connsiteY4" fmla="*/ 0 h 990600"/>
              <a:gd name="connsiteX0" fmla="*/ 0 w 5730240"/>
              <a:gd name="connsiteY0" fmla="*/ 0 h 990600"/>
              <a:gd name="connsiteX1" fmla="*/ 5730240 w 5730240"/>
              <a:gd name="connsiteY1" fmla="*/ 0 h 990600"/>
              <a:gd name="connsiteX2" fmla="*/ 5730240 w 5730240"/>
              <a:gd name="connsiteY2" fmla="*/ 990600 h 990600"/>
              <a:gd name="connsiteX3" fmla="*/ 0 w 5730240"/>
              <a:gd name="connsiteY3" fmla="*/ 990600 h 990600"/>
              <a:gd name="connsiteX4" fmla="*/ 0 w 5730240"/>
              <a:gd name="connsiteY4" fmla="*/ 0 h 990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0240" h="990600">
                <a:moveTo>
                  <a:pt x="0" y="0"/>
                </a:moveTo>
                <a:lnTo>
                  <a:pt x="5730240" y="0"/>
                </a:lnTo>
                <a:cubicBezTo>
                  <a:pt x="5029200" y="558800"/>
                  <a:pt x="5730240" y="660400"/>
                  <a:pt x="5730240" y="990600"/>
                </a:cubicBezTo>
                <a:cubicBezTo>
                  <a:pt x="3820160" y="990600"/>
                  <a:pt x="3205480" y="121920"/>
                  <a:pt x="0" y="990600"/>
                </a:cubicBezTo>
                <a:lnTo>
                  <a:pt x="0" y="0"/>
                </a:ln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9373C7D-67AC-4909-B66F-D9F9AA2FF7AF}"/>
              </a:ext>
            </a:extLst>
          </p:cNvPr>
          <p:cNvSpPr txBox="1"/>
          <p:nvPr/>
        </p:nvSpPr>
        <p:spPr>
          <a:xfrm>
            <a:off x="1484142" y="1384062"/>
            <a:ext cx="6166338" cy="3570208"/>
          </a:xfrm>
          <a:prstGeom prst="rect">
            <a:avLst/>
          </a:prstGeom>
          <a:noFill/>
        </p:spPr>
        <p:txBody>
          <a:bodyPr wrap="square" rtlCol="0">
            <a:spAutoFit/>
          </a:bodyPr>
          <a:lstStyle/>
          <a:p>
            <a:endParaRPr lang="en-US" sz="2400" b="1" dirty="0"/>
          </a:p>
          <a:p>
            <a:r>
              <a:rPr lang="en-US" sz="2800" b="1" dirty="0">
                <a:latin typeface="Times New Roman" panose="02020603050405020304" pitchFamily="18" charset="0"/>
                <a:cs typeface="Times New Roman" panose="02020603050405020304" pitchFamily="18" charset="0"/>
              </a:rPr>
              <a:t>REFERENCES:</a:t>
            </a:r>
          </a:p>
          <a:p>
            <a:endParaRPr lang="en-US" sz="2400" dirty="0"/>
          </a:p>
          <a:p>
            <a:pPr marL="285750" indent="-285750">
              <a:buFont typeface="Arial" panose="020B0604020202020204" pitchFamily="34" charset="0"/>
              <a:buChar char="•"/>
            </a:pPr>
            <a:r>
              <a:rPr lang="en-US" b="1" dirty="0"/>
              <a:t>Django LMS (Learning Management System)</a:t>
            </a:r>
          </a:p>
          <a:p>
            <a:endParaRPr lang="en-US" b="1" dirty="0"/>
          </a:p>
          <a:p>
            <a:pPr marL="285750" indent="-285750">
              <a:buFont typeface="Arial" panose="020B0604020202020204" pitchFamily="34" charset="0"/>
              <a:buChar char="•"/>
            </a:pPr>
            <a:r>
              <a:rPr lang="en-US" b="1" dirty="0"/>
              <a:t>SRMS in Java (OOP)</a:t>
            </a:r>
          </a:p>
          <a:p>
            <a:endParaRPr lang="en-US" b="1" dirty="0"/>
          </a:p>
          <a:p>
            <a:pPr marL="285750" indent="-285750">
              <a:buFont typeface="Arial" panose="020B0604020202020204" pitchFamily="34" charset="0"/>
              <a:buChar char="•"/>
            </a:pPr>
            <a:r>
              <a:rPr lang="nl-NL" b="1" dirty="0"/>
              <a:t>Student Management System in Java (OOP)</a:t>
            </a:r>
          </a:p>
          <a:p>
            <a:endParaRPr lang="nl-NL" b="1" dirty="0"/>
          </a:p>
          <a:p>
            <a:pPr marL="285750" indent="-285750">
              <a:buFont typeface="Arial" panose="020B0604020202020204" pitchFamily="34" charset="0"/>
              <a:buChar char="•"/>
            </a:pPr>
            <a:r>
              <a:rPr lang="nl-NL" b="1" dirty="0"/>
              <a:t>C++ Student Management System (OOP)</a:t>
            </a:r>
            <a:endParaRPr lang="en-US" sz="2600" dirty="0"/>
          </a:p>
          <a:p>
            <a:endParaRPr lang="en-US" sz="2400" dirty="0"/>
          </a:p>
        </p:txBody>
      </p:sp>
    </p:spTree>
    <p:extLst>
      <p:ext uri="{BB962C8B-B14F-4D97-AF65-F5344CB8AC3E}">
        <p14:creationId xmlns:p14="http://schemas.microsoft.com/office/powerpoint/2010/main" val="1333144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8FE2ADF-7006-4653-8D84-890F769D1E26}"/>
              </a:ext>
            </a:extLst>
          </p:cNvPr>
          <p:cNvSpPr>
            <a:spLocks noGrp="1"/>
          </p:cNvSpPr>
          <p:nvPr>
            <p:ph type="ftr" sz="quarter" idx="11"/>
          </p:nvPr>
        </p:nvSpPr>
        <p:spPr/>
        <p:txBody>
          <a:bodyPr/>
          <a:lstStyle/>
          <a:p>
            <a:r>
              <a:rPr lang="en-US"/>
              <a:t>1</a:t>
            </a:r>
          </a:p>
        </p:txBody>
      </p:sp>
      <p:sp>
        <p:nvSpPr>
          <p:cNvPr id="3" name="Slide Number Placeholder 2">
            <a:extLst>
              <a:ext uri="{FF2B5EF4-FFF2-40B4-BE49-F238E27FC236}">
                <a16:creationId xmlns:a16="http://schemas.microsoft.com/office/drawing/2014/main" id="{DCC8F8C1-1326-4B65-9A27-C451ECC04B51}"/>
              </a:ext>
            </a:extLst>
          </p:cNvPr>
          <p:cNvSpPr>
            <a:spLocks noGrp="1"/>
          </p:cNvSpPr>
          <p:nvPr>
            <p:ph type="sldNum" sz="quarter" idx="12"/>
          </p:nvPr>
        </p:nvSpPr>
        <p:spPr/>
        <p:txBody>
          <a:bodyPr/>
          <a:lstStyle/>
          <a:p>
            <a:fld id="{653047B3-57EC-4768-BF69-42BFFF0DB0C3}" type="slidenum">
              <a:rPr lang="en-US" smtClean="0"/>
              <a:t>11</a:t>
            </a:fld>
            <a:endParaRPr lang="en-US"/>
          </a:p>
        </p:txBody>
      </p:sp>
      <p:sp>
        <p:nvSpPr>
          <p:cNvPr id="4" name="TextBox 3">
            <a:extLst>
              <a:ext uri="{FF2B5EF4-FFF2-40B4-BE49-F238E27FC236}">
                <a16:creationId xmlns:a16="http://schemas.microsoft.com/office/drawing/2014/main" id="{C076C8A8-7B41-4C87-AD6D-EA1F4021051C}"/>
              </a:ext>
            </a:extLst>
          </p:cNvPr>
          <p:cNvSpPr txBox="1"/>
          <p:nvPr/>
        </p:nvSpPr>
        <p:spPr>
          <a:xfrm>
            <a:off x="1484141" y="1384062"/>
            <a:ext cx="8657385" cy="2708434"/>
          </a:xfrm>
          <a:prstGeom prst="rect">
            <a:avLst/>
          </a:prstGeom>
          <a:noFill/>
        </p:spPr>
        <p:txBody>
          <a:bodyPr wrap="square" rtlCol="0">
            <a:spAutoFit/>
          </a:bodyPr>
          <a:lstStyle/>
          <a:p>
            <a:endParaRPr lang="en-US" sz="2400" b="1" dirty="0"/>
          </a:p>
          <a:p>
            <a:r>
              <a:rPr lang="en-US" sz="9600" dirty="0">
                <a:solidFill>
                  <a:srgbClr val="CC00CC"/>
                </a:solidFill>
                <a:latin typeface="Forte" panose="03060902040502070203" pitchFamily="66" charset="0"/>
                <a:cs typeface="Times New Roman" panose="02020603050405020304" pitchFamily="18" charset="0"/>
              </a:rPr>
              <a:t>THANK YOU</a:t>
            </a:r>
          </a:p>
          <a:p>
            <a:endParaRPr lang="en-US" sz="2600" dirty="0"/>
          </a:p>
          <a:p>
            <a:endParaRPr lang="en-US" sz="2400" dirty="0"/>
          </a:p>
        </p:txBody>
      </p:sp>
      <p:sp>
        <p:nvSpPr>
          <p:cNvPr id="5" name="Oval 4">
            <a:extLst>
              <a:ext uri="{FF2B5EF4-FFF2-40B4-BE49-F238E27FC236}">
                <a16:creationId xmlns:a16="http://schemas.microsoft.com/office/drawing/2014/main" id="{3500A420-E168-49D6-BD90-79EF878AC27A}"/>
              </a:ext>
            </a:extLst>
          </p:cNvPr>
          <p:cNvSpPr/>
          <p:nvPr/>
        </p:nvSpPr>
        <p:spPr>
          <a:xfrm>
            <a:off x="9528464" y="4503431"/>
            <a:ext cx="3058391" cy="252499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CBBE9F7-0944-43E1-81CC-25F4FDCC30E4}"/>
              </a:ext>
            </a:extLst>
          </p:cNvPr>
          <p:cNvSpPr/>
          <p:nvPr/>
        </p:nvSpPr>
        <p:spPr>
          <a:xfrm>
            <a:off x="-405245" y="-259773"/>
            <a:ext cx="2639290" cy="240029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E258E9E6-AB17-43DC-9E3E-6B62F2B32780}"/>
              </a:ext>
            </a:extLst>
          </p:cNvPr>
          <p:cNvSpPr/>
          <p:nvPr/>
        </p:nvSpPr>
        <p:spPr>
          <a:xfrm>
            <a:off x="10027227" y="4673854"/>
            <a:ext cx="2164773" cy="2047621"/>
          </a:xfrm>
          <a:custGeom>
            <a:avLst/>
            <a:gdLst>
              <a:gd name="connsiteX0" fmla="*/ 1292263 w 1993303"/>
              <a:gd name="connsiteY0" fmla="*/ 0 h 2078770"/>
              <a:gd name="connsiteX1" fmla="*/ 1908232 w 1993303"/>
              <a:gd name="connsiteY1" fmla="*/ 157726 h 2078770"/>
              <a:gd name="connsiteX2" fmla="*/ 1993303 w 1993303"/>
              <a:gd name="connsiteY2" fmla="*/ 209990 h 2078770"/>
              <a:gd name="connsiteX3" fmla="*/ 1993303 w 1993303"/>
              <a:gd name="connsiteY3" fmla="*/ 2078770 h 2078770"/>
              <a:gd name="connsiteX4" fmla="*/ 251237 w 1993303"/>
              <a:gd name="connsiteY4" fmla="*/ 2078770 h 2078770"/>
              <a:gd name="connsiteX5" fmla="*/ 220698 w 1993303"/>
              <a:gd name="connsiteY5" fmla="*/ 2037471 h 2078770"/>
              <a:gd name="connsiteX6" fmla="*/ 0 w 1993303"/>
              <a:gd name="connsiteY6" fmla="*/ 1306817 h 2078770"/>
              <a:gd name="connsiteX7" fmla="*/ 1292263 w 1993303"/>
              <a:gd name="connsiteY7" fmla="*/ 0 h 2078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93303" h="2078770">
                <a:moveTo>
                  <a:pt x="1292263" y="0"/>
                </a:moveTo>
                <a:cubicBezTo>
                  <a:pt x="1515293" y="0"/>
                  <a:pt x="1725127" y="57137"/>
                  <a:pt x="1908232" y="157726"/>
                </a:cubicBezTo>
                <a:lnTo>
                  <a:pt x="1993303" y="209990"/>
                </a:lnTo>
                <a:lnTo>
                  <a:pt x="1993303" y="2078770"/>
                </a:lnTo>
                <a:lnTo>
                  <a:pt x="251237" y="2078770"/>
                </a:lnTo>
                <a:lnTo>
                  <a:pt x="220698" y="2037471"/>
                </a:lnTo>
                <a:cubicBezTo>
                  <a:pt x="81361" y="1828902"/>
                  <a:pt x="0" y="1577468"/>
                  <a:pt x="0" y="1306817"/>
                </a:cubicBezTo>
                <a:cubicBezTo>
                  <a:pt x="0" y="585082"/>
                  <a:pt x="578566" y="0"/>
                  <a:pt x="1292263" y="0"/>
                </a:cubicBez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Shape 7">
            <a:extLst>
              <a:ext uri="{FF2B5EF4-FFF2-40B4-BE49-F238E27FC236}">
                <a16:creationId xmlns:a16="http://schemas.microsoft.com/office/drawing/2014/main" id="{5EB1D841-3D8F-45F3-A52A-BBE740C0A671}"/>
              </a:ext>
            </a:extLst>
          </p:cNvPr>
          <p:cNvSpPr/>
          <p:nvPr/>
        </p:nvSpPr>
        <p:spPr>
          <a:xfrm rot="10800000">
            <a:off x="-47770" y="-2081"/>
            <a:ext cx="1957822" cy="1924397"/>
          </a:xfrm>
          <a:custGeom>
            <a:avLst/>
            <a:gdLst>
              <a:gd name="connsiteX0" fmla="*/ 1292263 w 1993303"/>
              <a:gd name="connsiteY0" fmla="*/ 0 h 2078770"/>
              <a:gd name="connsiteX1" fmla="*/ 1908232 w 1993303"/>
              <a:gd name="connsiteY1" fmla="*/ 157726 h 2078770"/>
              <a:gd name="connsiteX2" fmla="*/ 1993303 w 1993303"/>
              <a:gd name="connsiteY2" fmla="*/ 209990 h 2078770"/>
              <a:gd name="connsiteX3" fmla="*/ 1993303 w 1993303"/>
              <a:gd name="connsiteY3" fmla="*/ 2078770 h 2078770"/>
              <a:gd name="connsiteX4" fmla="*/ 251237 w 1993303"/>
              <a:gd name="connsiteY4" fmla="*/ 2078770 h 2078770"/>
              <a:gd name="connsiteX5" fmla="*/ 220698 w 1993303"/>
              <a:gd name="connsiteY5" fmla="*/ 2037471 h 2078770"/>
              <a:gd name="connsiteX6" fmla="*/ 0 w 1993303"/>
              <a:gd name="connsiteY6" fmla="*/ 1306817 h 2078770"/>
              <a:gd name="connsiteX7" fmla="*/ 1292263 w 1993303"/>
              <a:gd name="connsiteY7" fmla="*/ 0 h 2078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93303" h="2078770">
                <a:moveTo>
                  <a:pt x="1292263" y="0"/>
                </a:moveTo>
                <a:cubicBezTo>
                  <a:pt x="1515293" y="0"/>
                  <a:pt x="1725127" y="57137"/>
                  <a:pt x="1908232" y="157726"/>
                </a:cubicBezTo>
                <a:lnTo>
                  <a:pt x="1993303" y="209990"/>
                </a:lnTo>
                <a:lnTo>
                  <a:pt x="1993303" y="2078770"/>
                </a:lnTo>
                <a:lnTo>
                  <a:pt x="251237" y="2078770"/>
                </a:lnTo>
                <a:lnTo>
                  <a:pt x="220698" y="2037471"/>
                </a:lnTo>
                <a:cubicBezTo>
                  <a:pt x="81361" y="1828902"/>
                  <a:pt x="0" y="1577468"/>
                  <a:pt x="0" y="1306817"/>
                </a:cubicBezTo>
                <a:cubicBezTo>
                  <a:pt x="0" y="585082"/>
                  <a:pt x="578566" y="0"/>
                  <a:pt x="1292263" y="0"/>
                </a:cubicBezTo>
                <a:close/>
              </a:path>
            </a:pathLst>
          </a:custGeom>
          <a:gradFill>
            <a:gsLst>
              <a:gs pos="0">
                <a:srgbClr val="FF3399"/>
              </a:gs>
              <a:gs pos="27000">
                <a:srgbClr val="FF3399"/>
              </a:gs>
              <a:gs pos="76000">
                <a:srgbClr val="990099"/>
              </a:gs>
              <a:gs pos="100000">
                <a:srgbClr val="CC00CC"/>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815007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FD9F0E7-D724-4088-AF8F-FAC40617010E}"/>
              </a:ext>
            </a:extLst>
          </p:cNvPr>
          <p:cNvSpPr>
            <a:spLocks noGrp="1"/>
          </p:cNvSpPr>
          <p:nvPr>
            <p:ph type="ftr" sz="quarter" idx="11"/>
          </p:nvPr>
        </p:nvSpPr>
        <p:spPr/>
        <p:txBody>
          <a:bodyPr/>
          <a:lstStyle/>
          <a:p>
            <a:r>
              <a:rPr lang="en-US"/>
              <a:t>1</a:t>
            </a:r>
          </a:p>
        </p:txBody>
      </p:sp>
      <p:sp>
        <p:nvSpPr>
          <p:cNvPr id="3" name="Slide Number Placeholder 2">
            <a:extLst>
              <a:ext uri="{FF2B5EF4-FFF2-40B4-BE49-F238E27FC236}">
                <a16:creationId xmlns:a16="http://schemas.microsoft.com/office/drawing/2014/main" id="{B572FBA5-142F-45A2-B4BC-B38D684DFAB0}"/>
              </a:ext>
            </a:extLst>
          </p:cNvPr>
          <p:cNvSpPr>
            <a:spLocks noGrp="1"/>
          </p:cNvSpPr>
          <p:nvPr>
            <p:ph type="sldNum" sz="quarter" idx="12"/>
          </p:nvPr>
        </p:nvSpPr>
        <p:spPr/>
        <p:txBody>
          <a:bodyPr/>
          <a:lstStyle/>
          <a:p>
            <a:fld id="{653047B3-57EC-4768-BF69-42BFFF0DB0C3}" type="slidenum">
              <a:rPr lang="en-US" smtClean="0"/>
              <a:t>12</a:t>
            </a:fld>
            <a:endParaRPr lang="en-US"/>
          </a:p>
        </p:txBody>
      </p:sp>
    </p:spTree>
    <p:extLst>
      <p:ext uri="{BB962C8B-B14F-4D97-AF65-F5344CB8AC3E}">
        <p14:creationId xmlns:p14="http://schemas.microsoft.com/office/powerpoint/2010/main" val="19454043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363</TotalTime>
  <Words>782</Words>
  <Application>Microsoft Office PowerPoint</Application>
  <PresentationFormat>Widescreen</PresentationFormat>
  <Paragraphs>128</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Arial Narrow</vt:lpstr>
      <vt:lpstr>Arial Rounded MT Bold</vt:lpstr>
      <vt:lpstr>Calibri</vt:lpstr>
      <vt:lpstr>Calibri Light</vt:lpstr>
      <vt:lpstr>Forte</vt:lpstr>
      <vt:lpstr>Söhne</vt:lpstr>
      <vt:lpstr>Times New Roman</vt:lpstr>
      <vt:lpstr>Office Theme</vt:lpstr>
      <vt:lpst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moona507moona@gmail.com</dc:creator>
  <cp:lastModifiedBy>user</cp:lastModifiedBy>
  <cp:revision>32</cp:revision>
  <dcterms:created xsi:type="dcterms:W3CDTF">2023-11-25T07:20:10Z</dcterms:created>
  <dcterms:modified xsi:type="dcterms:W3CDTF">2026-05-24T09:25:51Z</dcterms:modified>
</cp:coreProperties>
</file>